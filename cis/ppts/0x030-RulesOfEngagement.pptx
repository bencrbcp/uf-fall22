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notesSlides/notesSlide5.xml" ContentType="application/vnd.openxmlformats-officedocument.presentationml.notesSlide+xml"/>
  <Override PartName="/ppt/tags/tag9.xml" ContentType="application/vnd.openxmlformats-officedocument.presentationml.tags+xml"/>
  <Override PartName="/ppt/notesSlides/notesSlide6.xml" ContentType="application/vnd.openxmlformats-officedocument.presentationml.notesSlide+xml"/>
  <Override PartName="/ppt/tags/tag10.xml" ContentType="application/vnd.openxmlformats-officedocument.presentationml.tags+xml"/>
  <Override PartName="/ppt/notesSlides/notesSlide7.xml" ContentType="application/vnd.openxmlformats-officedocument.presentationml.notesSlide+xml"/>
  <Override PartName="/ppt/tags/tag11.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302" r:id="rId3"/>
    <p:sldId id="258" r:id="rId4"/>
    <p:sldId id="332" r:id="rId5"/>
    <p:sldId id="333" r:id="rId6"/>
    <p:sldId id="334" r:id="rId7"/>
    <p:sldId id="335" r:id="rId8"/>
    <p:sldId id="337" r:id="rId9"/>
    <p:sldId id="330" r:id="rId10"/>
  </p:sldIdLst>
  <p:sldSz cx="24384000" cy="13716000"/>
  <p:notesSz cx="6858000" cy="9144000"/>
  <p:custDataLst>
    <p:tags r:id="rId12"/>
  </p:custData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1pPr>
    <a:lvl2pPr marL="0" marR="0" indent="3429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2pPr>
    <a:lvl3pPr marL="0" marR="0" indent="6858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3pPr>
    <a:lvl4pPr marL="0" marR="0" indent="10287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4pPr>
    <a:lvl5pPr marL="0" marR="0" indent="13716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5pPr>
    <a:lvl6pPr marL="0" marR="0" indent="17145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6pPr>
    <a:lvl7pPr marL="0" marR="0" indent="20574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7pPr>
    <a:lvl8pPr marL="0" marR="0" indent="24003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8pPr>
    <a:lvl9pPr marL="0" marR="0" indent="274320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FFFFFF"/>
    <a:srgbClr val="484854"/>
    <a:srgbClr val="384F6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venir Next Medium"/>
          <a:ea typeface="Avenir Next Medium"/>
          <a:cs typeface="Avenir Next Medium"/>
        </a:font>
        <a:srgbClr val="5B5854"/>
      </a:tcTxStyle>
      <a:tcStyle>
        <a:tcBdr>
          <a:left>
            <a:ln w="25400" cap="flat">
              <a:solidFill>
                <a:srgbClr val="5B5854"/>
              </a:solidFill>
              <a:custDash>
                <a:ds d="200000" sp="200000"/>
              </a:custDash>
              <a:miter lim="400000"/>
            </a:ln>
          </a:left>
          <a:right>
            <a:ln w="25400" cap="flat">
              <a:solidFill>
                <a:srgbClr val="5B5854"/>
              </a:solidFill>
              <a:custDash>
                <a:ds d="200000" sp="200000"/>
              </a:custDash>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25400" cap="flat">
              <a:solidFill>
                <a:srgbClr val="5B5854"/>
              </a:solidFill>
              <a:custDash>
                <a:ds d="200000" sp="200000"/>
              </a:custDash>
              <a:miter lim="400000"/>
            </a:ln>
          </a:insideV>
        </a:tcBdr>
        <a:fill>
          <a:noFill/>
        </a:fill>
      </a:tcStyle>
    </a:wholeTbl>
    <a:band2H>
      <a:tcTxStyle/>
      <a:tcStyle>
        <a:tcBdr/>
        <a:fill>
          <a:solidFill>
            <a:schemeClr val="accent2">
              <a:hueOff val="-1122706"/>
              <a:satOff val="6504"/>
              <a:lumOff val="15871"/>
              <a:alpha val="17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38100" cap="flat">
              <a:solidFill>
                <a:srgbClr val="5B5854"/>
              </a:solidFill>
              <a:prstDash val="solid"/>
              <a:miter lim="400000"/>
            </a:ln>
          </a:right>
          <a:top>
            <a:ln w="12700" cap="flat">
              <a:solidFill>
                <a:srgbClr val="5B5854"/>
              </a:solidFill>
              <a:prstDash val="solid"/>
              <a:miter lim="400000"/>
            </a:ln>
          </a:top>
          <a:bottom>
            <a:ln w="127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809E35">
              <a:alpha val="10000"/>
            </a:srgbClr>
          </a:solidFill>
        </a:fill>
      </a:tcStyle>
    </a:firstCol>
    <a:la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38100" cap="flat">
              <a:solidFill>
                <a:srgbClr val="5B5854"/>
              </a:solidFill>
              <a:prstDash val="solid"/>
              <a:miter lim="400000"/>
            </a:ln>
          </a:top>
          <a:bottom>
            <a:ln w="12700" cap="flat">
              <a:noFill/>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12700" cap="flat">
              <a:solidFill>
                <a:srgbClr val="5B5854"/>
              </a:solidFill>
              <a:prstDash val="solid"/>
              <a:miter lim="400000"/>
            </a:ln>
          </a:left>
          <a:right>
            <a:ln w="12700" cap="flat">
              <a:solidFill>
                <a:srgbClr val="5B5854"/>
              </a:solidFill>
              <a:prstDash val="solid"/>
              <a:miter lim="400000"/>
            </a:ln>
          </a:right>
          <a:top>
            <a:ln w="12700" cap="flat">
              <a:noFill/>
              <a:miter lim="400000"/>
            </a:ln>
          </a:top>
          <a:bottom>
            <a:ln w="38100" cap="flat">
              <a:solidFill>
                <a:srgbClr val="5B5854"/>
              </a:solidFill>
              <a:prstDash val="solid"/>
              <a:miter lim="400000"/>
            </a:ln>
          </a:bottom>
          <a:insideH>
            <a:ln w="12700" cap="flat">
              <a:solidFill>
                <a:srgbClr val="5B5854"/>
              </a:solidFill>
              <a:prstDash val="solid"/>
              <a:miter lim="400000"/>
            </a:ln>
          </a:insideH>
          <a:insideV>
            <a:ln w="12700" cap="flat">
              <a:solidFill>
                <a:srgbClr val="5B5854"/>
              </a:solidFill>
              <a:prstDash val="solid"/>
              <a:miter lim="400000"/>
            </a:ln>
          </a:insideV>
        </a:tcBdr>
        <a:fill>
          <a:solidFill>
            <a:srgbClr val="619E5C">
              <a:alpha val="15000"/>
            </a:srgbClr>
          </a:solidFill>
        </a:fill>
      </a:tcStyle>
    </a:firstRow>
  </a:tblStyle>
  <a:tblStyle styleId="{C7B018BB-80A7-4F77-B60F-C8B233D01FF8}" styleName="">
    <a:tblBg/>
    <a:wholeTbl>
      <a:tcTxStyle b="off" i="off">
        <a:font>
          <a:latin typeface="Avenir Next Medium"/>
          <a:ea typeface="Avenir Next Medium"/>
          <a:cs typeface="Avenir Next Medium"/>
        </a:font>
        <a:srgbClr val="5B5854"/>
      </a:tcTxStyle>
      <a:tcStyle>
        <a:tcBdr>
          <a:left>
            <a:ln w="12700" cap="flat">
              <a:solidFill>
                <a:srgbClr val="BDBBB3"/>
              </a:solidFill>
              <a:prstDash val="solid"/>
              <a:miter lim="400000"/>
            </a:ln>
          </a:left>
          <a:right>
            <a:ln w="12700" cap="flat">
              <a:solidFill>
                <a:srgbClr val="BDBBB3"/>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BDBBB3"/>
              </a:solidFill>
              <a:prstDash val="solid"/>
              <a:miter lim="400000"/>
            </a:ln>
          </a:insideV>
        </a:tcBdr>
        <a:fill>
          <a:solidFill>
            <a:srgbClr val="E7E3D2"/>
          </a:solidFill>
        </a:fill>
      </a:tcStyle>
    </a:wholeTbl>
    <a:band2H>
      <a:tcTxStyle/>
      <a:tcStyle>
        <a:tcBdr/>
        <a:fill>
          <a:solidFill>
            <a:srgbClr val="F6F2E5"/>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solidFill>
            <a:srgbClr val="D3CDB7"/>
          </a:solidFill>
        </a:fill>
      </a:tcStyle>
    </a:firstCol>
    <a:lastRow>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noFill/>
              <a:miter lim="400000"/>
            </a:ln>
          </a:bottom>
          <a:insideH>
            <a:ln w="12700" cap="flat">
              <a:solidFill>
                <a:srgbClr val="A5A59F"/>
              </a:solidFill>
              <a:prstDash val="solid"/>
              <a:miter lim="400000"/>
            </a:ln>
          </a:insideH>
          <a:insideV>
            <a:ln w="12700" cap="flat">
              <a:solidFill>
                <a:srgbClr val="A5A59F"/>
              </a:solidFill>
              <a:prstDash val="solid"/>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solidFill>
                <a:srgbClr val="8E755A"/>
              </a:solidFill>
              <a:prstDash val="solid"/>
              <a:miter lim="400000"/>
            </a:ln>
          </a:left>
          <a:right>
            <a:ln w="12700" cap="flat">
              <a:solidFill>
                <a:srgbClr val="8E755A"/>
              </a:solidFill>
              <a:prstDash val="solid"/>
              <a:miter lim="400000"/>
            </a:ln>
          </a:right>
          <a:top>
            <a:ln w="12700" cap="flat">
              <a:noFill/>
              <a:miter lim="400000"/>
            </a:ln>
          </a:top>
          <a:bottom>
            <a:ln w="12700" cap="flat">
              <a:solidFill>
                <a:srgbClr val="A5A59F"/>
              </a:solidFill>
              <a:prstDash val="solid"/>
              <a:miter lim="400000"/>
            </a:ln>
          </a:bottom>
          <a:insideH>
            <a:ln w="12700" cap="flat">
              <a:solidFill>
                <a:srgbClr val="8E755A"/>
              </a:solidFill>
              <a:prstDash val="solid"/>
              <a:miter lim="400000"/>
            </a:ln>
          </a:insideH>
          <a:insideV>
            <a:ln w="12700" cap="flat">
              <a:solidFill>
                <a:srgbClr val="8E755A"/>
              </a:solidFill>
              <a:prstDash val="solid"/>
              <a:miter lim="400000"/>
            </a:ln>
          </a:insideV>
        </a:tcBdr>
        <a:fill>
          <a:noFill/>
        </a:fill>
      </a:tcStyle>
    </a:firstRow>
  </a:tblStyle>
  <a:tblStyle styleId="{EEE7283C-3CF3-47DC-8721-378D4A62B228}"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BDBBB3"/>
              </a:solidFill>
              <a:prstDash val="solid"/>
              <a:miter lim="400000"/>
            </a:ln>
          </a:bottom>
          <a:insideH>
            <a:ln w="12700" cap="flat">
              <a:solidFill>
                <a:srgbClr val="BDBBB3"/>
              </a:solidFill>
              <a:prstDash val="solid"/>
              <a:miter lim="400000"/>
            </a:ln>
          </a:insideH>
          <a:insideV>
            <a:ln w="12700" cap="flat">
              <a:noFill/>
              <a:miter lim="400000"/>
            </a:ln>
          </a:insideV>
        </a:tcBdr>
        <a:fill>
          <a:solidFill>
            <a:srgbClr val="E6E3DA"/>
          </a:solidFill>
        </a:fill>
      </a:tcStyle>
    </a:wholeTbl>
    <a:band2H>
      <a:tcTxStyle/>
      <a:tcStyle>
        <a:tcBdr/>
        <a:fill>
          <a:solidFill>
            <a:srgbClr val="F9F5E8"/>
          </a:solidFill>
        </a:fill>
      </a:tcStyle>
    </a:band2H>
    <a:firstCol>
      <a:tcTxStyle b="on" i="off">
        <a:font>
          <a:latin typeface="Avenir Next Demi Bold"/>
          <a:ea typeface="Avenir Next Demi Bold"/>
          <a:cs typeface="Avenir Next Demi Bold"/>
        </a:font>
        <a:srgbClr val="5B5854"/>
      </a:tcTxStyle>
      <a:tcStyle>
        <a:tcBdr>
          <a:left>
            <a:ln w="12700" cap="flat">
              <a:solidFill>
                <a:srgbClr val="A5A59F"/>
              </a:solidFill>
              <a:prstDash val="solid"/>
              <a:miter lim="400000"/>
            </a:ln>
          </a:left>
          <a:right>
            <a:ln w="12700" cap="flat">
              <a:solidFill>
                <a:srgbClr val="A5A59F"/>
              </a:solidFill>
              <a:prstDash val="solid"/>
              <a:miter lim="400000"/>
            </a:ln>
          </a:right>
          <a:top>
            <a:ln w="12700" cap="flat">
              <a:solidFill>
                <a:srgbClr val="A5A59F"/>
              </a:solidFill>
              <a:prstDash val="solid"/>
              <a:miter lim="400000"/>
            </a:ln>
          </a:top>
          <a:bottom>
            <a:ln w="12700" cap="flat">
              <a:solidFill>
                <a:srgbClr val="A5A59F"/>
              </a:solidFill>
              <a:prstDash val="solid"/>
              <a:miter lim="400000"/>
            </a:ln>
          </a:bottom>
          <a:insideH>
            <a:ln w="12700" cap="flat">
              <a:solidFill>
                <a:srgbClr val="A5A59F"/>
              </a:solidFill>
              <a:prstDash val="solid"/>
              <a:miter lim="400000"/>
            </a:ln>
          </a:insideH>
          <a:insideV>
            <a:ln w="12700" cap="flat">
              <a:noFill/>
              <a:miter lim="400000"/>
            </a:ln>
          </a:insideV>
        </a:tcBdr>
        <a:fill>
          <a:solidFill>
            <a:srgbClr val="D6D5D0"/>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BDBBB3"/>
              </a:solidFill>
              <a:prstDash val="solid"/>
              <a:miter lim="400000"/>
            </a:ln>
          </a:top>
          <a:bottom>
            <a:ln w="12700" cap="flat">
              <a:solidFill>
                <a:srgbClr val="A5A59F"/>
              </a:solidFill>
              <a:prstDash val="solid"/>
              <a:miter lim="400000"/>
            </a:ln>
          </a:bottom>
          <a:insideH>
            <a:ln w="12700" cap="flat">
              <a:solidFill>
                <a:srgbClr val="4D6166"/>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5A59F"/>
              </a:solidFill>
              <a:prstDash val="solid"/>
              <a:miter lim="400000"/>
            </a:ln>
          </a:top>
          <a:bottom>
            <a:ln w="12700" cap="flat">
              <a:solidFill>
                <a:srgbClr val="BDBBB3"/>
              </a:solidFill>
              <a:prstDash val="solid"/>
              <a:miter lim="400000"/>
            </a:ln>
          </a:bottom>
          <a:insideH>
            <a:ln w="12700" cap="flat">
              <a:solidFill>
                <a:srgbClr val="657477"/>
              </a:solidFill>
              <a:prstDash val="solid"/>
              <a:miter lim="400000"/>
            </a:ln>
          </a:insideH>
          <a:insideV>
            <a:ln w="12700" cap="flat">
              <a:noFill/>
              <a:miter lim="400000"/>
            </a:ln>
          </a:insideV>
        </a:tcBdr>
        <a:fill>
          <a:noFill/>
        </a:fill>
      </a:tcStyle>
    </a:firstRow>
  </a:tblStyle>
  <a:tblStyle styleId="{CF821DB8-F4EB-4A41-A1BA-3FCAFE7338EE}"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FECE2"/>
          </a:solidFill>
        </a:fill>
      </a:tcStyle>
    </a:wholeTbl>
    <a:band2H>
      <a:tcTxStyle/>
      <a:tcStyle>
        <a:tcBdr/>
        <a:fill>
          <a:solidFill>
            <a:srgbClr val="FFFBF1"/>
          </a:solidFill>
        </a:fill>
      </a:tcStyle>
    </a:band2H>
    <a:firstCol>
      <a:tcTxStyle b="on" i="off">
        <a:font>
          <a:latin typeface="Avenir Next Demi Bold"/>
          <a:ea typeface="Avenir Next Demi Bold"/>
          <a:cs typeface="Avenir Next Demi Bold"/>
        </a:font>
        <a:srgbClr val="5B5854"/>
      </a:tcTxStyle>
      <a:tcStyle>
        <a:tcBdr>
          <a:left>
            <a:ln w="12700" cap="flat">
              <a:solidFill>
                <a:srgbClr val="000000"/>
              </a:solidFill>
              <a:prstDash val="solid"/>
              <a:miter lim="400000"/>
            </a:ln>
          </a:left>
          <a:right>
            <a:ln w="12700" cap="flat">
              <a:solidFill>
                <a:srgbClr val="A29A85"/>
              </a:solidFill>
              <a:prstDash val="solid"/>
              <a:miter lim="400000"/>
            </a:ln>
          </a:right>
          <a:top>
            <a:ln w="12700" cap="flat">
              <a:solidFill>
                <a:srgbClr val="AAA6A6"/>
              </a:solidFill>
              <a:custDash>
                <a:ds d="200000" sp="200000"/>
              </a:custDash>
              <a:miter lim="400000"/>
            </a:ln>
          </a:top>
          <a:bottom>
            <a:ln w="12700" cap="flat">
              <a:solidFill>
                <a:srgbClr val="AAA6A6"/>
              </a:solidFill>
              <a:custDash>
                <a:ds d="200000" sp="200000"/>
              </a:custDash>
              <a:miter lim="400000"/>
            </a:ln>
          </a:bottom>
          <a:insideH>
            <a:ln w="12700" cap="flat">
              <a:solidFill>
                <a:srgbClr val="AAA6A6"/>
              </a:solidFill>
              <a:custDash>
                <a:ds d="200000" sp="200000"/>
              </a:custDash>
              <a:miter lim="400000"/>
            </a:ln>
          </a:insideH>
          <a:insideV>
            <a:ln w="12700" cap="flat">
              <a:noFill/>
              <a:miter lim="400000"/>
            </a:ln>
          </a:insideV>
        </a:tcBdr>
        <a:fill>
          <a:solidFill>
            <a:srgbClr val="E8E4D8"/>
          </a:solidFill>
        </a:fill>
      </a:tcStyle>
    </a:firstCol>
    <a:la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A29A85"/>
              </a:solidFill>
              <a:prstDash val="solid"/>
              <a:miter lim="400000"/>
            </a:ln>
          </a:top>
          <a:bottom>
            <a:ln w="12700" cap="flat">
              <a:solidFill>
                <a:srgbClr val="000000"/>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solidFill>
                <a:srgbClr val="A29A85"/>
              </a:solidFill>
              <a:prstDash val="solid"/>
              <a:miter lim="400000"/>
            </a:ln>
          </a:bottom>
          <a:insideH>
            <a:ln w="12700" cap="flat">
              <a:solidFill>
                <a:srgbClr val="A29A85"/>
              </a:solidFill>
              <a:prstDash val="solid"/>
              <a:miter lim="400000"/>
            </a:ln>
          </a:insideH>
          <a:insideV>
            <a:ln w="12700" cap="flat">
              <a:noFill/>
              <a:miter lim="400000"/>
            </a:ln>
          </a:insideV>
        </a:tcBdr>
        <a:fill>
          <a:noFill/>
        </a:fill>
      </a:tcStyle>
    </a:firstRow>
  </a:tblStyle>
  <a:tblStyle styleId="{33BA23B1-9221-436E-865A-0063620EA4FD}" styleName="">
    <a:tblBg/>
    <a:wholeTbl>
      <a:tcTxStyle b="off" i="off">
        <a:font>
          <a:latin typeface="Avenir Next Medium"/>
          <a:ea typeface="Avenir Next Medium"/>
          <a:cs typeface="Avenir Next Medium"/>
        </a:font>
        <a:srgbClr val="5B5854"/>
      </a:tcTxStyle>
      <a:tcStyle>
        <a:tcBdr>
          <a:left>
            <a:ln w="12700" cap="flat">
              <a:noFill/>
              <a:miter lim="400000"/>
            </a:ln>
          </a:left>
          <a:right>
            <a:ln w="12700" cap="flat">
              <a:noFill/>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50000"/>
            </a:srgbClr>
          </a:solidFill>
        </a:fill>
      </a:tcStyle>
    </a:wholeTbl>
    <a:band2H>
      <a:tcTxStyle/>
      <a:tcStyle>
        <a:tcBdr/>
        <a:fill>
          <a:solidFill>
            <a:srgbClr val="E9E7DC"/>
          </a:solidFill>
        </a:fill>
      </a:tcStyle>
    </a:band2H>
    <a:firstCol>
      <a:tcTxStyle b="on" i="off">
        <a:font>
          <a:latin typeface="Avenir Next Demi Bold"/>
          <a:ea typeface="Avenir Next Demi Bold"/>
          <a:cs typeface="Avenir Next Demi Bold"/>
        </a:font>
        <a:srgbClr val="5B5854"/>
      </a:tcTxStyle>
      <a:tcStyle>
        <a:tcBdr>
          <a:left>
            <a:ln w="12700" cap="flat">
              <a:solidFill>
                <a:srgbClr val="FFFFFF"/>
              </a:solidFill>
              <a:prstDash val="solid"/>
              <a:miter lim="400000"/>
            </a:ln>
          </a:left>
          <a:right>
            <a:ln w="254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C5BEAA"/>
          </a:solidFill>
        </a:fill>
      </a:tcStyle>
    </a:firstCol>
    <a:lastRow>
      <a:tcTxStyle b="on" i="off">
        <a:font>
          <a:latin typeface="Avenir Next Demi Bold"/>
          <a:ea typeface="Avenir Next Demi Bold"/>
          <a:cs typeface="Avenir Next Demi Bold"/>
        </a:font>
        <a:srgbClr val="5B5854"/>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D6D2C0">
              <a:alpha val="25000"/>
            </a:srgbClr>
          </a:solidFill>
        </a:fill>
      </a:tcStyle>
    </a:lastRow>
    <a:firstRow>
      <a:tcTxStyle b="on" i="off">
        <a:font>
          <a:latin typeface="Avenir Next Demi Bold"/>
          <a:ea typeface="Avenir Next Demi Bold"/>
          <a:cs typeface="Avenir Next Demi Bold"/>
        </a:font>
        <a:srgbClr val="FFFFFF"/>
      </a:tcTxStyle>
      <a:tcStyle>
        <a:tcBdr>
          <a:left>
            <a:ln w="12700" cap="flat">
              <a:noFill/>
              <a:miter lim="400000"/>
            </a:ln>
          </a:left>
          <a:right>
            <a:ln w="12700" cap="flat">
              <a:noFill/>
              <a:miter lim="400000"/>
            </a:ln>
          </a:right>
          <a:top>
            <a:ln w="12700" cap="flat">
              <a:solidFill>
                <a:srgbClr val="FFFFFF"/>
              </a:solidFill>
              <a:prstDash val="solid"/>
              <a:miter lim="400000"/>
            </a:ln>
          </a:top>
          <a:bottom>
            <a:ln w="25400" cap="flat">
              <a:solidFill>
                <a:srgbClr val="FFFFFF"/>
              </a:solidFill>
              <a:prstDash val="solid"/>
              <a:miter lim="400000"/>
            </a:ln>
          </a:bottom>
          <a:insideH>
            <a:ln w="12700" cap="flat">
              <a:solidFill>
                <a:srgbClr val="FFFFFF"/>
              </a:solidFill>
              <a:prstDash val="solid"/>
              <a:miter lim="400000"/>
            </a:ln>
          </a:insideH>
          <a:insideV>
            <a:ln w="12700" cap="flat">
              <a:noFill/>
              <a:miter lim="400000"/>
            </a:ln>
          </a:insideV>
        </a:tcBdr>
        <a:fill>
          <a:solidFill>
            <a:srgbClr val="928C7D"/>
          </a:solidFill>
        </a:fill>
      </a:tcStyle>
    </a:firstRow>
  </a:tblStyle>
  <a:tblStyle styleId="{2708684C-4D16-4618-839F-0558EEFCDFE6}" styleName="">
    <a:tblBg/>
    <a:wholeTbl>
      <a:tcTxStyle b="off" i="off">
        <a:font>
          <a:latin typeface="Avenir Next Medium"/>
          <a:ea typeface="Avenir Next Medium"/>
          <a:cs typeface="Avenir Next Medium"/>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wholeTbl>
    <a:band2H>
      <a:tcTxStyle/>
      <a:tcStyle>
        <a:tcBdr/>
        <a:fill>
          <a:solidFill>
            <a:schemeClr val="accent2">
              <a:hueOff val="-1122706"/>
              <a:satOff val="6504"/>
              <a:lumOff val="15871"/>
              <a:alpha val="12000"/>
            </a:schemeClr>
          </a:solidFill>
        </a:fill>
      </a:tcStyle>
    </a:band2H>
    <a:firstCol>
      <a:tcTxStyle b="on" i="off">
        <a:font>
          <a:latin typeface="Avenir Next Demi Bold"/>
          <a:ea typeface="Avenir Next Demi Bold"/>
          <a:cs typeface="Avenir Next Demi Bold"/>
        </a:font>
        <a:srgbClr val="5B5854"/>
      </a:tcTxStyle>
      <a:tcStyle>
        <a:tcBdr>
          <a:left>
            <a:ln w="12700" cap="flat">
              <a:noFill/>
              <a:miter lim="400000"/>
            </a:ln>
          </a:left>
          <a:right>
            <a:ln w="50800" cap="flat">
              <a:solidFill>
                <a:schemeClr val="accent5">
                  <a:alpha val="75000"/>
                </a:schemeClr>
              </a:solidFill>
              <a:prstDash val="solid"/>
              <a:miter lim="400000"/>
            </a:ln>
          </a:right>
          <a:top>
            <a:ln w="38100" cap="flat">
              <a:solidFill>
                <a:schemeClr val="accent2">
                  <a:hueOff val="-1122706"/>
                  <a:satOff val="6504"/>
                  <a:lumOff val="15871"/>
                  <a:alpha val="64999"/>
                </a:schemeClr>
              </a:solidFill>
              <a:prstDash val="solid"/>
              <a:miter lim="400000"/>
            </a:ln>
          </a:top>
          <a:bottom>
            <a:ln w="38100" cap="flat">
              <a:solidFill>
                <a:schemeClr val="accent2">
                  <a:hueOff val="-1122706"/>
                  <a:satOff val="6504"/>
                  <a:lumOff val="15871"/>
                  <a:alpha val="64999"/>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Col>
    <a:la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50800" cap="flat">
              <a:solidFill>
                <a:schemeClr val="accent5">
                  <a:alpha val="75000"/>
                </a:schemeClr>
              </a:solidFill>
              <a:prstDash val="solid"/>
              <a:miter lim="400000"/>
            </a:ln>
          </a:top>
          <a:bottom>
            <a:ln w="12700" cap="flat">
              <a:noFill/>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lastRow>
    <a:firstRow>
      <a:tcTxStyle b="on" i="off">
        <a:font>
          <a:latin typeface="Avenir Next Demi Bold"/>
          <a:ea typeface="Avenir Next Demi Bold"/>
          <a:cs typeface="Avenir Next Demi Bold"/>
        </a:font>
        <a:srgbClr val="5B5854"/>
      </a:tcTxStyle>
      <a:tcStyle>
        <a:tcBdr>
          <a:left>
            <a:ln w="38100" cap="flat">
              <a:solidFill>
                <a:schemeClr val="accent2">
                  <a:hueOff val="-1122706"/>
                  <a:satOff val="6504"/>
                  <a:lumOff val="15871"/>
                  <a:alpha val="64999"/>
                </a:schemeClr>
              </a:solidFill>
              <a:prstDash val="solid"/>
              <a:miter lim="400000"/>
            </a:ln>
          </a:left>
          <a:right>
            <a:ln w="38100" cap="flat">
              <a:solidFill>
                <a:schemeClr val="accent2">
                  <a:hueOff val="-1122706"/>
                  <a:satOff val="6504"/>
                  <a:lumOff val="15871"/>
                  <a:alpha val="64999"/>
                </a:schemeClr>
              </a:solidFill>
              <a:prstDash val="solid"/>
              <a:miter lim="400000"/>
            </a:ln>
          </a:right>
          <a:top>
            <a:ln w="12700" cap="flat">
              <a:noFill/>
              <a:miter lim="400000"/>
            </a:ln>
          </a:top>
          <a:bottom>
            <a:ln w="50800" cap="flat">
              <a:solidFill>
                <a:schemeClr val="accent5">
                  <a:alpha val="75000"/>
                </a:schemeClr>
              </a:solidFill>
              <a:prstDash val="solid"/>
              <a:miter lim="400000"/>
            </a:ln>
          </a:bottom>
          <a:insideH>
            <a:ln w="38100" cap="flat">
              <a:solidFill>
                <a:schemeClr val="accent2">
                  <a:hueOff val="-1122706"/>
                  <a:satOff val="6504"/>
                  <a:lumOff val="15871"/>
                  <a:alpha val="64999"/>
                </a:schemeClr>
              </a:solidFill>
              <a:prstDash val="solid"/>
              <a:miter lim="400000"/>
            </a:ln>
          </a:insideH>
          <a:insideV>
            <a:ln w="38100" cap="flat">
              <a:solidFill>
                <a:schemeClr val="accent2">
                  <a:hueOff val="-1122706"/>
                  <a:satOff val="6504"/>
                  <a:lumOff val="15871"/>
                  <a:alpha val="64999"/>
                </a:schemeClr>
              </a:solidFill>
              <a:prstDash val="solid"/>
              <a:miter lim="400000"/>
            </a:ln>
          </a:insideV>
        </a:tcBdr>
        <a:fill>
          <a:noFill/>
        </a:fill>
      </a:tcStyle>
    </a:firstRow>
  </a:tblStyle>
  <a:tblStyle styleId="{8F44A2F1-9E1F-4B54-A3A2-5F16C0AD49E2}" styleName="">
    <a:tblBg/>
    <a:wholeTbl>
      <a:tcTxStyle b="off" i="off">
        <a:font>
          <a:latin typeface="Helvetica Neue UltraLight"/>
          <a:ea typeface="Helvetica Neue UltraLight"/>
          <a:cs typeface="Helvetica Neue UltraLight"/>
        </a:font>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
          <a:latin typeface="Helvetica Neue UltraLight"/>
          <a:ea typeface="Helvetica Neue UltraLight"/>
          <a:cs typeface="Helvetica Neue UltraLight"/>
        </a:font>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57" autoAdjust="0"/>
    <p:restoredTop sz="86397" autoAdjust="0"/>
  </p:normalViewPr>
  <p:slideViewPr>
    <p:cSldViewPr snapToGrid="0" snapToObjects="1">
      <p:cViewPr varScale="1">
        <p:scale>
          <a:sx n="40" d="100"/>
          <a:sy n="40" d="100"/>
        </p:scale>
        <p:origin x="90" y="32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Shape 17"/>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8" name="Shape 1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defRPr sz="2200" b="0" i="0">
        <a:latin typeface="Calibri Regular"/>
        <a:ea typeface="Calibri Regular"/>
        <a:cs typeface="Calibri Regular"/>
        <a:sym typeface="Lucida Grande"/>
      </a:defRPr>
    </a:lvl1pPr>
    <a:lvl2pPr indent="228600" defTabSz="457200" latinLnBrk="0">
      <a:defRPr sz="2200">
        <a:latin typeface="Lucida Grande"/>
        <a:ea typeface="Lucida Grande"/>
        <a:cs typeface="Lucida Grande"/>
        <a:sym typeface="Lucida Grande"/>
      </a:defRPr>
    </a:lvl2pPr>
    <a:lvl3pPr indent="457200" defTabSz="457200" latinLnBrk="0">
      <a:defRPr sz="2200">
        <a:latin typeface="Lucida Grande"/>
        <a:ea typeface="Lucida Grande"/>
        <a:cs typeface="Lucida Grande"/>
        <a:sym typeface="Lucida Grande"/>
      </a:defRPr>
    </a:lvl3pPr>
    <a:lvl4pPr indent="685800" defTabSz="457200" latinLnBrk="0">
      <a:defRPr sz="2200">
        <a:latin typeface="Lucida Grande"/>
        <a:ea typeface="Lucida Grande"/>
        <a:cs typeface="Lucida Grande"/>
        <a:sym typeface="Lucida Grande"/>
      </a:defRPr>
    </a:lvl4pPr>
    <a:lvl5pPr indent="914400" defTabSz="457200" latinLnBrk="0">
      <a:defRPr sz="2200">
        <a:latin typeface="Lucida Grande"/>
        <a:ea typeface="Lucida Grande"/>
        <a:cs typeface="Lucida Grande"/>
        <a:sym typeface="Lucida Grande"/>
      </a:defRPr>
    </a:lvl5pPr>
    <a:lvl6pPr indent="1143000" defTabSz="457200" latinLnBrk="0">
      <a:defRPr sz="2200">
        <a:latin typeface="Lucida Grande"/>
        <a:ea typeface="Lucida Grande"/>
        <a:cs typeface="Lucida Grande"/>
        <a:sym typeface="Lucida Grande"/>
      </a:defRPr>
    </a:lvl6pPr>
    <a:lvl7pPr indent="1371600" defTabSz="457200" latinLnBrk="0">
      <a:defRPr sz="2200">
        <a:latin typeface="Lucida Grande"/>
        <a:ea typeface="Lucida Grande"/>
        <a:cs typeface="Lucida Grande"/>
        <a:sym typeface="Lucida Grande"/>
      </a:defRPr>
    </a:lvl7pPr>
    <a:lvl8pPr indent="1600200" defTabSz="457200" latinLnBrk="0">
      <a:defRPr sz="2200">
        <a:latin typeface="Lucida Grande"/>
        <a:ea typeface="Lucida Grande"/>
        <a:cs typeface="Lucida Grande"/>
        <a:sym typeface="Lucida Grande"/>
      </a:defRPr>
    </a:lvl8pPr>
    <a:lvl9pPr indent="1828800" defTabSz="457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026014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3394706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Off Screen</a:t>
            </a:r>
          </a:p>
        </p:txBody>
      </p:sp>
    </p:spTree>
    <p:extLst>
      <p:ext uri="{BB962C8B-B14F-4D97-AF65-F5344CB8AC3E}">
        <p14:creationId xmlns:p14="http://schemas.microsoft.com/office/powerpoint/2010/main" val="37956150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6797080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1642758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693898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34743108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1" dirty="0"/>
              <a:t>On Screen</a:t>
            </a:r>
          </a:p>
        </p:txBody>
      </p:sp>
    </p:spTree>
    <p:extLst>
      <p:ext uri="{BB962C8B-B14F-4D97-AF65-F5344CB8AC3E}">
        <p14:creationId xmlns:p14="http://schemas.microsoft.com/office/powerpoint/2010/main" val="25350926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lean Slide">
    <p:spTree>
      <p:nvGrpSpPr>
        <p:cNvPr id="1" name=""/>
        <p:cNvGrpSpPr/>
        <p:nvPr/>
      </p:nvGrpSpPr>
      <p:grpSpPr>
        <a:xfrm>
          <a:off x="0" y="0"/>
          <a:ext cx="0" cy="0"/>
          <a:chOff x="0" y="0"/>
          <a:chExt cx="0" cy="0"/>
        </a:xfrm>
      </p:grpSpPr>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ustDataLst>
      <p:tags r:id="rId1"/>
    </p:custData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00EF23F-E3FF-884C-BC87-ADAED0C931A8}"/>
              </a:ext>
            </a:extLst>
          </p:cNvPr>
          <p:cNvSpPr>
            <a:spLocks noGrp="1"/>
          </p:cNvSpPr>
          <p:nvPr>
            <p:ph type="pic" sz="quarter" idx="10"/>
          </p:nvPr>
        </p:nvSpPr>
        <p:spPr>
          <a:xfrm>
            <a:off x="2479976" y="3136900"/>
            <a:ext cx="7105047" cy="8204200"/>
          </a:xfrm>
          <a:custGeom>
            <a:avLst/>
            <a:gdLst>
              <a:gd name="connsiteX0" fmla="*/ 3552524 w 7105047"/>
              <a:gd name="connsiteY0" fmla="*/ 0 h 8204200"/>
              <a:gd name="connsiteX1" fmla="*/ 7105047 w 7105047"/>
              <a:gd name="connsiteY1" fmla="*/ 2051050 h 8204200"/>
              <a:gd name="connsiteX2" fmla="*/ 7105047 w 7105047"/>
              <a:gd name="connsiteY2" fmla="*/ 6153150 h 8204200"/>
              <a:gd name="connsiteX3" fmla="*/ 3552524 w 7105047"/>
              <a:gd name="connsiteY3" fmla="*/ 8204200 h 8204200"/>
              <a:gd name="connsiteX4" fmla="*/ 0 w 7105047"/>
              <a:gd name="connsiteY4" fmla="*/ 6153150 h 8204200"/>
              <a:gd name="connsiteX5" fmla="*/ 0 w 7105047"/>
              <a:gd name="connsiteY5" fmla="*/ 2051050 h 820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05047" h="8204200">
                <a:moveTo>
                  <a:pt x="3552524" y="0"/>
                </a:moveTo>
                <a:lnTo>
                  <a:pt x="7105047" y="2051050"/>
                </a:lnTo>
                <a:lnTo>
                  <a:pt x="7105047" y="6153150"/>
                </a:lnTo>
                <a:lnTo>
                  <a:pt x="3552524" y="8204200"/>
                </a:lnTo>
                <a:lnTo>
                  <a:pt x="0" y="6153150"/>
                </a:lnTo>
                <a:lnTo>
                  <a:pt x="0" y="2051050"/>
                </a:lnTo>
                <a:close/>
              </a:path>
            </a:pathLst>
          </a:custGeom>
          <a:blipFill>
            <a:blip r:embed="rId2"/>
            <a:srcRect/>
            <a:stretch>
              <a:fillRect l="-7735" r="-7735"/>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47973915"/>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ur Miss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4A0B8609-D938-9740-83EA-43FE9FAA144A}"/>
              </a:ext>
            </a:extLst>
          </p:cNvPr>
          <p:cNvSpPr>
            <a:spLocks noGrp="1"/>
          </p:cNvSpPr>
          <p:nvPr>
            <p:ph type="pic" sz="quarter" idx="10"/>
          </p:nvPr>
        </p:nvSpPr>
        <p:spPr>
          <a:xfrm>
            <a:off x="13646150" y="2686050"/>
            <a:ext cx="8699500" cy="8699500"/>
          </a:xfrm>
          <a:custGeom>
            <a:avLst/>
            <a:gdLst>
              <a:gd name="connsiteX0" fmla="*/ 4349750 w 8699500"/>
              <a:gd name="connsiteY0" fmla="*/ 0 h 8699500"/>
              <a:gd name="connsiteX1" fmla="*/ 8699500 w 8699500"/>
              <a:gd name="connsiteY1" fmla="*/ 4349750 h 8699500"/>
              <a:gd name="connsiteX2" fmla="*/ 4349750 w 8699500"/>
              <a:gd name="connsiteY2" fmla="*/ 8699500 h 8699500"/>
              <a:gd name="connsiteX3" fmla="*/ 0 w 8699500"/>
              <a:gd name="connsiteY3" fmla="*/ 4349750 h 8699500"/>
            </a:gdLst>
            <a:ahLst/>
            <a:cxnLst>
              <a:cxn ang="0">
                <a:pos x="connsiteX0" y="connsiteY0"/>
              </a:cxn>
              <a:cxn ang="0">
                <a:pos x="connsiteX1" y="connsiteY1"/>
              </a:cxn>
              <a:cxn ang="0">
                <a:pos x="connsiteX2" y="connsiteY2"/>
              </a:cxn>
              <a:cxn ang="0">
                <a:pos x="connsiteX3" y="connsiteY3"/>
              </a:cxn>
            </a:cxnLst>
            <a:rect l="l" t="t" r="r" b="b"/>
            <a:pathLst>
              <a:path w="8699500" h="8699500">
                <a:moveTo>
                  <a:pt x="4349750" y="0"/>
                </a:moveTo>
                <a:lnTo>
                  <a:pt x="8699500" y="4349750"/>
                </a:lnTo>
                <a:lnTo>
                  <a:pt x="4349750" y="8699500"/>
                </a:lnTo>
                <a:lnTo>
                  <a:pt x="0" y="4349750"/>
                </a:lnTo>
                <a:close/>
              </a:path>
            </a:pathLst>
          </a:custGeom>
          <a:blipFill>
            <a:blip r:embed="rId2"/>
            <a:srcRect/>
            <a:stretch>
              <a:fillRect/>
            </a:stretch>
          </a:blipFill>
        </p:spPr>
        <p:txBody>
          <a:bodyPr wrap="square">
            <a:noAutofit/>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546493949"/>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ur Vis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3206750" y="4083050"/>
            <a:ext cx="6819900" cy="6819900"/>
          </a:xfrm>
          <a:prstGeom prst="rect">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531343527"/>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Key Personnel">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E9F09BE6-749A-EA43-8CEE-8B745F32F881}"/>
              </a:ext>
            </a:extLst>
          </p:cNvPr>
          <p:cNvSpPr>
            <a:spLocks noGrp="1"/>
          </p:cNvSpPr>
          <p:nvPr>
            <p:ph type="pic" sz="quarter" idx="10"/>
          </p:nvPr>
        </p:nvSpPr>
        <p:spPr>
          <a:xfrm>
            <a:off x="2416546"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3" name="Picture Placeholder 2">
            <a:extLst>
              <a:ext uri="{FF2B5EF4-FFF2-40B4-BE49-F238E27FC236}">
                <a16:creationId xmlns:a16="http://schemas.microsoft.com/office/drawing/2014/main" id="{EDD066D3-6CE9-FA46-8C9A-D8C2F1E58942}"/>
              </a:ext>
            </a:extLst>
          </p:cNvPr>
          <p:cNvSpPr>
            <a:spLocks noGrp="1"/>
          </p:cNvSpPr>
          <p:nvPr>
            <p:ph type="pic" sz="quarter" idx="11"/>
          </p:nvPr>
        </p:nvSpPr>
        <p:spPr>
          <a:xfrm>
            <a:off x="7688938"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3389347"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5" name="Picture Placeholder 2">
            <a:extLst>
              <a:ext uri="{FF2B5EF4-FFF2-40B4-BE49-F238E27FC236}">
                <a16:creationId xmlns:a16="http://schemas.microsoft.com/office/drawing/2014/main" id="{0D082E2F-BA38-A843-A515-4BD3B9600C1E}"/>
              </a:ext>
            </a:extLst>
          </p:cNvPr>
          <p:cNvSpPr>
            <a:spLocks noGrp="1"/>
          </p:cNvSpPr>
          <p:nvPr>
            <p:ph type="pic" sz="quarter" idx="13"/>
          </p:nvPr>
        </p:nvSpPr>
        <p:spPr>
          <a:xfrm>
            <a:off x="19011934" y="2471565"/>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6" name="Picture Placeholder 2">
            <a:extLst>
              <a:ext uri="{FF2B5EF4-FFF2-40B4-BE49-F238E27FC236}">
                <a16:creationId xmlns:a16="http://schemas.microsoft.com/office/drawing/2014/main" id="{9F82DABC-D0F4-DE4C-810A-0566A81FCAEE}"/>
              </a:ext>
            </a:extLst>
          </p:cNvPr>
          <p:cNvSpPr>
            <a:spLocks noGrp="1"/>
          </p:cNvSpPr>
          <p:nvPr>
            <p:ph type="pic" sz="quarter" idx="14"/>
          </p:nvPr>
        </p:nvSpPr>
        <p:spPr>
          <a:xfrm>
            <a:off x="2416546"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7" name="Picture Placeholder 2">
            <a:extLst>
              <a:ext uri="{FF2B5EF4-FFF2-40B4-BE49-F238E27FC236}">
                <a16:creationId xmlns:a16="http://schemas.microsoft.com/office/drawing/2014/main" id="{38CC6A3C-B49A-5749-A2E0-6B534B8A3EDF}"/>
              </a:ext>
            </a:extLst>
          </p:cNvPr>
          <p:cNvSpPr>
            <a:spLocks noGrp="1"/>
          </p:cNvSpPr>
          <p:nvPr>
            <p:ph type="pic" sz="quarter" idx="15"/>
          </p:nvPr>
        </p:nvSpPr>
        <p:spPr>
          <a:xfrm>
            <a:off x="7688938"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8" name="Picture Placeholder 2">
            <a:extLst>
              <a:ext uri="{FF2B5EF4-FFF2-40B4-BE49-F238E27FC236}">
                <a16:creationId xmlns:a16="http://schemas.microsoft.com/office/drawing/2014/main" id="{FD2886B4-A57B-484B-8A84-0CE7C2FFCAE6}"/>
              </a:ext>
            </a:extLst>
          </p:cNvPr>
          <p:cNvSpPr>
            <a:spLocks noGrp="1"/>
          </p:cNvSpPr>
          <p:nvPr>
            <p:ph type="pic" sz="quarter" idx="16"/>
          </p:nvPr>
        </p:nvSpPr>
        <p:spPr>
          <a:xfrm>
            <a:off x="13389347"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9" name="Picture Placeholder 2">
            <a:extLst>
              <a:ext uri="{FF2B5EF4-FFF2-40B4-BE49-F238E27FC236}">
                <a16:creationId xmlns:a16="http://schemas.microsoft.com/office/drawing/2014/main" id="{14576754-A36A-AC4E-AC24-BEB62CBA6284}"/>
              </a:ext>
            </a:extLst>
          </p:cNvPr>
          <p:cNvSpPr>
            <a:spLocks noGrp="1"/>
          </p:cNvSpPr>
          <p:nvPr>
            <p:ph type="pic" sz="quarter" idx="17"/>
          </p:nvPr>
        </p:nvSpPr>
        <p:spPr>
          <a:xfrm>
            <a:off x="19011934" y="7627224"/>
            <a:ext cx="2671162" cy="2671162"/>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91694930"/>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ients Testimonial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634928"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084787741"/>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lients Testimonials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D7B25A9E-60A5-EB42-B1D0-1B75F646C8D6}"/>
              </a:ext>
            </a:extLst>
          </p:cNvPr>
          <p:cNvSpPr>
            <a:spLocks noGrp="1"/>
          </p:cNvSpPr>
          <p:nvPr>
            <p:ph type="pic" sz="quarter" idx="12"/>
          </p:nvPr>
        </p:nvSpPr>
        <p:spPr>
          <a:xfrm>
            <a:off x="10596017"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7" name="Picture Placeholder 2">
            <a:extLst>
              <a:ext uri="{FF2B5EF4-FFF2-40B4-BE49-F238E27FC236}">
                <a16:creationId xmlns:a16="http://schemas.microsoft.com/office/drawing/2014/main" id="{2010605F-9C71-1B4B-9F2C-E13E15125336}"/>
              </a:ext>
            </a:extLst>
          </p:cNvPr>
          <p:cNvSpPr>
            <a:spLocks noGrp="1"/>
          </p:cNvSpPr>
          <p:nvPr>
            <p:ph type="pic" sz="quarter" idx="13"/>
          </p:nvPr>
        </p:nvSpPr>
        <p:spPr>
          <a:xfrm>
            <a:off x="18027949"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3164085" y="2228433"/>
            <a:ext cx="3114144" cy="3114144"/>
          </a:xfrm>
          <a:prstGeom prst="ellipse">
            <a:avLst/>
          </a:prstGeom>
          <a:blipFill>
            <a:blip r:embed="rId2"/>
            <a:srcRect/>
            <a:stretch>
              <a:fillRect/>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3115767224"/>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ckup sample 1">
    <p:spTree>
      <p:nvGrpSpPr>
        <p:cNvPr id="1" name=""/>
        <p:cNvGrpSpPr/>
        <p:nvPr/>
      </p:nvGrpSpPr>
      <p:grpSpPr>
        <a:xfrm>
          <a:off x="0" y="0"/>
          <a:ext cx="0" cy="0"/>
          <a:chOff x="0" y="0"/>
          <a:chExt cx="0" cy="0"/>
        </a:xfrm>
      </p:grpSpPr>
      <p:sp>
        <p:nvSpPr>
          <p:cNvPr id="8" name="Picture Placeholder 2">
            <a:extLst>
              <a:ext uri="{FF2B5EF4-FFF2-40B4-BE49-F238E27FC236}">
                <a16:creationId xmlns:a16="http://schemas.microsoft.com/office/drawing/2014/main" id="{0B865115-67AD-4646-B542-2DA27C5AD5AC}"/>
              </a:ext>
            </a:extLst>
          </p:cNvPr>
          <p:cNvSpPr>
            <a:spLocks noGrp="1"/>
          </p:cNvSpPr>
          <p:nvPr>
            <p:ph type="pic" sz="quarter" idx="14"/>
          </p:nvPr>
        </p:nvSpPr>
        <p:spPr>
          <a:xfrm>
            <a:off x="2216157" y="2589957"/>
            <a:ext cx="4945386" cy="9196302"/>
          </a:xfrm>
          <a:prstGeom prst="roundRect">
            <a:avLst>
              <a:gd name="adj" fmla="val 5306"/>
            </a:avLst>
          </a:prstGeom>
          <a:blipFill>
            <a:blip r:embed="rId2"/>
            <a:srcRect/>
            <a:stretch>
              <a:fillRect l="-42978" r="-42978"/>
            </a:stretch>
          </a:blipFill>
        </p:spPr>
        <p:txBody>
          <a:bodyPr/>
          <a:lstStyle>
            <a:lvl1pPr>
              <a:defRPr sz="3000" b="0" i="0">
                <a:latin typeface="Calibri Regular"/>
              </a:defRPr>
            </a:lvl1pPr>
          </a:lstStyle>
          <a:p>
            <a:r>
              <a:rPr lang="en-US"/>
              <a:t>Click icon to add picture</a:t>
            </a:r>
            <a:endParaRPr lang="en-US" dirty="0"/>
          </a:p>
        </p:txBody>
      </p:sp>
      <p:sp>
        <p:nvSpPr>
          <p:cNvPr id="12" name="Picture Placeholder 2">
            <a:extLst>
              <a:ext uri="{FF2B5EF4-FFF2-40B4-BE49-F238E27FC236}">
                <a16:creationId xmlns:a16="http://schemas.microsoft.com/office/drawing/2014/main" id="{7CA460A7-951E-4D46-A933-530685EAD1F5}"/>
              </a:ext>
            </a:extLst>
          </p:cNvPr>
          <p:cNvSpPr>
            <a:spLocks noGrp="1"/>
          </p:cNvSpPr>
          <p:nvPr>
            <p:ph type="pic" sz="quarter" idx="15"/>
          </p:nvPr>
        </p:nvSpPr>
        <p:spPr>
          <a:xfrm>
            <a:off x="7275304" y="2809130"/>
            <a:ext cx="4026634" cy="8844344"/>
          </a:xfrm>
          <a:prstGeom prst="roundRect">
            <a:avLst>
              <a:gd name="adj" fmla="val 14486"/>
            </a:avLst>
          </a:prstGeom>
          <a:blipFill>
            <a:blip r:embed="rId2"/>
            <a:srcRect/>
            <a:stretch>
              <a:fillRect l="-59823" r="-59823"/>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790911843"/>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Mockup sample 2">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97308388-AF19-1C4C-B21C-E1D510072F44}"/>
              </a:ext>
            </a:extLst>
          </p:cNvPr>
          <p:cNvSpPr>
            <a:spLocks noGrp="1"/>
          </p:cNvSpPr>
          <p:nvPr>
            <p:ph type="pic" sz="quarter" idx="10"/>
          </p:nvPr>
        </p:nvSpPr>
        <p:spPr>
          <a:xfrm>
            <a:off x="11891363" y="3818903"/>
            <a:ext cx="10299134" cy="6819900"/>
          </a:xfrm>
          <a:prstGeom prst="rect">
            <a:avLst/>
          </a:prstGeom>
          <a:blipFill>
            <a:blip r:embed="rId2"/>
            <a:srcRect/>
            <a:stretch>
              <a:fillRect t="-25508" b="-25508"/>
            </a:stretch>
          </a:blipFill>
        </p:spPr>
        <p:txBody>
          <a:bodyPr/>
          <a:lstStyle>
            <a:lvl1pPr>
              <a:defRPr sz="3000" b="0" i="0">
                <a:latin typeface="Calibri Regular"/>
              </a:defRPr>
            </a:lvl1pPr>
          </a:lstStyle>
          <a:p>
            <a:r>
              <a:rPr lang="en-US"/>
              <a:t>Click icon to add picture</a:t>
            </a:r>
            <a:endParaRPr lang="en-US" dirty="0"/>
          </a:p>
        </p:txBody>
      </p:sp>
      <p:sp>
        <p:nvSpPr>
          <p:cNvPr id="1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46664027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Number"/>
          <p:cNvSpPr txBox="1">
            <a:spLocks noGrp="1"/>
          </p:cNvSpPr>
          <p:nvPr>
            <p:ph type="sldNum" sz="quarter" idx="2"/>
          </p:nvPr>
        </p:nvSpPr>
        <p:spPr>
          <a:xfrm>
            <a:off x="23538693" y="359410"/>
            <a:ext cx="649217" cy="656590"/>
          </a:xfrm>
          <a:prstGeom prst="rect">
            <a:avLst/>
          </a:prstGeom>
          <a:ln w="12700">
            <a:miter lim="400000"/>
          </a:ln>
        </p:spPr>
        <p:txBody>
          <a:bodyPr wrap="none" lIns="50800" tIns="50800" rIns="50800" bIns="50800" anchor="b">
            <a:spAutoFit/>
          </a:bodyPr>
          <a:lstStyle>
            <a:lvl1pPr>
              <a:defRPr sz="3600" b="1" i="0">
                <a:solidFill>
                  <a:srgbClr val="FFFFFF"/>
                </a:solidFill>
                <a:latin typeface="Calibri Bold"/>
                <a:ea typeface="Calibri Bold"/>
                <a:cs typeface="Calibri Bold"/>
                <a:sym typeface="Montserrat Bold"/>
              </a:defRPr>
            </a:lvl1pPr>
          </a:lstStyle>
          <a:p>
            <a:fld id="{86CB4B4D-7CA3-9044-876B-883B54F8677D}"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txStyles>
    <p:titleStyle>
      <a:lvl1pPr marL="0" marR="0" indent="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228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2pPr>
      <a:lvl3pPr marL="0" marR="0" indent="457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3pPr>
      <a:lvl4pPr marL="0" marR="0" indent="685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4pPr>
      <a:lvl5pPr marL="0" marR="0" indent="9144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5pPr>
      <a:lvl6pPr marL="0" marR="0" indent="11430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13716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6002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828800" algn="ctr" defTabSz="825500" eaLnBrk="1" latinLnBrk="0" hangingPunct="1">
        <a:lnSpc>
          <a:spcPct val="100000"/>
        </a:lnSpc>
        <a:spcBef>
          <a:spcPts val="0"/>
        </a:spcBef>
        <a:spcAft>
          <a:spcPts val="0"/>
        </a:spcAft>
        <a:buClrTx/>
        <a:buSzTx/>
        <a:buFontTx/>
        <a:buNone/>
        <a:tabLst/>
        <a:defRPr sz="116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titleStyle>
    <p:bodyStyle>
      <a:lvl1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1pPr>
      <a:lvl2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2pPr>
      <a:lvl3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3pPr>
      <a:lvl4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4pPr>
      <a:lvl5pPr marL="0" marR="0" indent="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Arial Regular" charset="0"/>
          <a:ea typeface="Arial Regular" charset="0"/>
          <a:cs typeface="Arial Regular" charset="0"/>
          <a:sym typeface="Helvetica Neue UltraLight"/>
        </a:defRPr>
      </a:lvl5pPr>
      <a:lvl6pPr marL="0" marR="0" indent="3556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6pPr>
      <a:lvl7pPr marL="0" marR="0" indent="7112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7pPr>
      <a:lvl8pPr marL="0" marR="0" indent="10668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8pPr>
      <a:lvl9pPr marL="0" marR="0" indent="1422400" algn="ctr" defTabSz="825500" eaLnBrk="1" latinLnBrk="0" hangingPunct="1">
        <a:lnSpc>
          <a:spcPct val="100000"/>
        </a:lnSpc>
        <a:spcBef>
          <a:spcPts val="0"/>
        </a:spcBef>
        <a:spcAft>
          <a:spcPts val="0"/>
        </a:spcAft>
        <a:buClrTx/>
        <a:buSzTx/>
        <a:buFontTx/>
        <a:buNone/>
        <a:tabLst/>
        <a:defRPr sz="4800" b="0" i="0" u="none" strike="noStrike" cap="none" spc="0" baseline="0">
          <a:ln>
            <a:noFill/>
          </a:ln>
          <a:solidFill>
            <a:srgbClr val="000000"/>
          </a:solidFill>
          <a:uFillTx/>
          <a:latin typeface="Helvetica Neue UltraLight"/>
          <a:ea typeface="Helvetica Neue UltraLight"/>
          <a:cs typeface="Helvetica Neue UltraLight"/>
          <a:sym typeface="Helvetica Neue UltraLight"/>
        </a:defRPr>
      </a:lvl9pPr>
    </p:bodyStyle>
    <p:otherStyle>
      <a:lvl1pPr marL="0" marR="0" indent="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1pPr>
      <a:lvl2pPr marL="0" marR="0" indent="228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2pPr>
      <a:lvl3pPr marL="0" marR="0" indent="457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3pPr>
      <a:lvl4pPr marL="0" marR="0" indent="685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4pPr>
      <a:lvl5pPr marL="0" marR="0" indent="9144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5pPr>
      <a:lvl6pPr marL="0" marR="0" indent="11430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6pPr>
      <a:lvl7pPr marL="0" marR="0" indent="13716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7pPr>
      <a:lvl8pPr marL="0" marR="0" indent="16002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8pPr>
      <a:lvl9pPr marL="0" marR="0" indent="1828800" algn="ctr" defTabSz="825500" eaLnBrk="1" latinLnBrk="0" hangingPunct="1">
        <a:lnSpc>
          <a:spcPct val="100000"/>
        </a:lnSpc>
        <a:spcBef>
          <a:spcPts val="0"/>
        </a:spcBef>
        <a:spcAft>
          <a:spcPts val="0"/>
        </a:spcAft>
        <a:buClrTx/>
        <a:buSzTx/>
        <a:buFontTx/>
        <a:buNone/>
        <a:tabLst/>
        <a:defRPr sz="3600" b="0" i="0" u="none" strike="noStrike" cap="none" spc="0" baseline="0">
          <a:ln>
            <a:noFill/>
          </a:ln>
          <a:solidFill>
            <a:schemeClr val="tx1"/>
          </a:solidFill>
          <a:uFillTx/>
          <a:latin typeface="+mn-lt"/>
          <a:ea typeface="+mn-ea"/>
          <a:cs typeface="+mn-cs"/>
          <a:sym typeface="Montserrat Bold"/>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8.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9.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Crypto Coin"/>
          <p:cNvSpPr>
            <a:spLocks noGrp="1"/>
          </p:cNvSpPr>
          <p:nvPr>
            <p:ph type="title" idx="4294967295"/>
          </p:nvPr>
        </p:nvSpPr>
        <p:spPr>
          <a:xfrm>
            <a:off x="2755778" y="6558368"/>
            <a:ext cx="18118259" cy="1231106"/>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1155700" rtl="0" eaLnBrk="1" fontAlgn="auto" latinLnBrk="0" hangingPunct="0">
              <a:lnSpc>
                <a:spcPct val="100000"/>
              </a:lnSpc>
              <a:spcBef>
                <a:spcPts val="0"/>
              </a:spcBef>
              <a:spcAft>
                <a:spcPts val="0"/>
              </a:spcAft>
              <a:buClrTx/>
              <a:buSzTx/>
              <a:buFontTx/>
              <a:buNone/>
              <a:tabLst/>
              <a:defRPr sz="7200" cap="all">
                <a:solidFill>
                  <a:srgbClr val="FFFFFF"/>
                </a:solidFill>
                <a:latin typeface="Montserrat ExtraBold"/>
                <a:ea typeface="Montserrat ExtraBold"/>
                <a:cs typeface="Montserrat ExtraBold"/>
                <a:sym typeface="Montserrat ExtraBold"/>
              </a:defRPr>
            </a:pPr>
            <a:r>
              <a:rPr kumimoji="0" lang="en-US" sz="8000" b="0" i="0" u="none" strike="noStrike" kern="0" cap="all" spc="0" normalizeH="0" baseline="0" noProof="0" dirty="0">
                <a:ln>
                  <a:noFill/>
                </a:ln>
                <a:solidFill>
                  <a:schemeClr val="tx2"/>
                </a:solidFill>
                <a:effectLst/>
                <a:uLnTx/>
                <a:uFillTx/>
                <a:latin typeface="Montserrat ExtraBold"/>
                <a:ea typeface="Montserrat ExtraBold"/>
                <a:cs typeface="Montserrat ExtraBold"/>
                <a:sym typeface="Montserrat ExtraBold"/>
              </a:rPr>
              <a:t>GROUND RULES FOR AN ENGAGEMENT </a:t>
            </a:r>
          </a:p>
        </p:txBody>
      </p:sp>
      <p:sp>
        <p:nvSpPr>
          <p:cNvPr id="21" name="Date: 4/16/2017    Created by: Johnson Cooper"/>
          <p:cNvSpPr/>
          <p:nvPr/>
        </p:nvSpPr>
        <p:spPr>
          <a:xfrm>
            <a:off x="2755777" y="5899827"/>
            <a:ext cx="19792565" cy="615553"/>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p>
            <a:pPr algn="l" defTabSz="952500">
              <a:buClr>
                <a:srgbClr val="E9F6FA"/>
              </a:buClr>
              <a:buFont typeface="Helvetica Neue UltraLight"/>
              <a:defRPr sz="3000">
                <a:solidFill>
                  <a:srgbClr val="FFFFFF"/>
                </a:solidFill>
                <a:uFill>
                  <a:solidFill>
                    <a:srgbClr val="384F63"/>
                  </a:solidFill>
                </a:uFill>
                <a:latin typeface="Montserrat Medium"/>
                <a:ea typeface="Montserrat Medium"/>
                <a:cs typeface="Montserrat Medium"/>
                <a:sym typeface="Montserrat Medium"/>
              </a:defRPr>
            </a:pPr>
            <a:r>
              <a:rPr lang="en-US" sz="4000" dirty="0">
                <a:solidFill>
                  <a:schemeClr val="tx2"/>
                </a:solidFill>
                <a:latin typeface="Montserrat" panose="02000505000000020004" pitchFamily="2" charset="0"/>
              </a:rPr>
              <a:t>CIS</a:t>
            </a:r>
            <a:r>
              <a:rPr lang="en-US" sz="4000" b="1" dirty="0">
                <a:solidFill>
                  <a:schemeClr val="tx2"/>
                </a:solidFill>
                <a:latin typeface="Montserrat" panose="02000505000000020004" pitchFamily="2" charset="0"/>
              </a:rPr>
              <a:t>4204 - </a:t>
            </a:r>
            <a:r>
              <a:rPr lang="en-US" sz="4000" dirty="0">
                <a:solidFill>
                  <a:schemeClr val="tx2"/>
                </a:solidFill>
                <a:latin typeface="Montserrat" panose="02000505000000020004" pitchFamily="2" charset="0"/>
              </a:rPr>
              <a:t>0x030RulesOfEngagement</a:t>
            </a:r>
          </a:p>
        </p:txBody>
      </p:sp>
      <p:sp>
        <p:nvSpPr>
          <p:cNvPr id="22" name="Circle"/>
          <p:cNvSpPr/>
          <p:nvPr/>
        </p:nvSpPr>
        <p:spPr>
          <a:xfrm>
            <a:off x="2155771" y="7395894"/>
            <a:ext cx="214554"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3" name="Circle"/>
          <p:cNvSpPr/>
          <p:nvPr/>
        </p:nvSpPr>
        <p:spPr>
          <a:xfrm>
            <a:off x="2155771" y="7066645"/>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4" name="Circle"/>
          <p:cNvSpPr/>
          <p:nvPr/>
        </p:nvSpPr>
        <p:spPr>
          <a:xfrm>
            <a:off x="2155771" y="6737367"/>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5" name="Circle"/>
          <p:cNvSpPr/>
          <p:nvPr/>
        </p:nvSpPr>
        <p:spPr>
          <a:xfrm>
            <a:off x="2155771" y="6408104"/>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6" name="Circle"/>
          <p:cNvSpPr/>
          <p:nvPr/>
        </p:nvSpPr>
        <p:spPr>
          <a:xfrm>
            <a:off x="2155771" y="6078841"/>
            <a:ext cx="214554" cy="214553"/>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7" name="Circle"/>
          <p:cNvSpPr/>
          <p:nvPr/>
        </p:nvSpPr>
        <p:spPr>
          <a:xfrm>
            <a:off x="1835658" y="7395894"/>
            <a:ext cx="214553"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8" name="Circle"/>
          <p:cNvSpPr/>
          <p:nvPr/>
        </p:nvSpPr>
        <p:spPr>
          <a:xfrm>
            <a:off x="1835658" y="7066645"/>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29" name="Circle"/>
          <p:cNvSpPr/>
          <p:nvPr/>
        </p:nvSpPr>
        <p:spPr>
          <a:xfrm>
            <a:off x="1835658" y="6737367"/>
            <a:ext cx="214553" cy="214553"/>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0" name="Circle"/>
          <p:cNvSpPr/>
          <p:nvPr/>
        </p:nvSpPr>
        <p:spPr>
          <a:xfrm>
            <a:off x="1515545" y="739589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1" name="Circle"/>
          <p:cNvSpPr/>
          <p:nvPr/>
        </p:nvSpPr>
        <p:spPr>
          <a:xfrm>
            <a:off x="1515545" y="7066645"/>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2" name="Circle"/>
          <p:cNvSpPr/>
          <p:nvPr/>
        </p:nvSpPr>
        <p:spPr>
          <a:xfrm>
            <a:off x="1515545" y="6737367"/>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3" name="Circle"/>
          <p:cNvSpPr/>
          <p:nvPr/>
        </p:nvSpPr>
        <p:spPr>
          <a:xfrm>
            <a:off x="1515545" y="6408118"/>
            <a:ext cx="214553" cy="214553"/>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4" name="Circle"/>
          <p:cNvSpPr/>
          <p:nvPr/>
        </p:nvSpPr>
        <p:spPr>
          <a:xfrm>
            <a:off x="1194387" y="739589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35" name="Circle"/>
          <p:cNvSpPr/>
          <p:nvPr/>
        </p:nvSpPr>
        <p:spPr>
          <a:xfrm>
            <a:off x="1194387" y="7066645"/>
            <a:ext cx="214553" cy="214553"/>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bout Crypto coin">
            <a:extLst>
              <a:ext uri="{FF2B5EF4-FFF2-40B4-BE49-F238E27FC236}">
                <a16:creationId xmlns:a16="http://schemas.microsoft.com/office/drawing/2014/main" id="{A3DBF5D7-D184-41D0-A69A-8CFEFFD9AD43}"/>
              </a:ext>
            </a:extLst>
          </p:cNvPr>
          <p:cNvSpPr>
            <a:spLocks noGrp="1"/>
          </p:cNvSpPr>
          <p:nvPr>
            <p:ph type="title" idx="4294967295"/>
          </p:nvPr>
        </p:nvSpPr>
        <p:spPr>
          <a:xfrm>
            <a:off x="989046" y="436182"/>
            <a:ext cx="22486774"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In this video you will discover:</a:t>
            </a:r>
          </a:p>
        </p:txBody>
      </p:sp>
      <p:sp>
        <p:nvSpPr>
          <p:cNvPr id="12" name="Service One">
            <a:extLst>
              <a:ext uri="{FF2B5EF4-FFF2-40B4-BE49-F238E27FC236}">
                <a16:creationId xmlns:a16="http://schemas.microsoft.com/office/drawing/2014/main" id="{A4EDEB3F-34F5-47F7-9168-588E073B0539}"/>
              </a:ext>
            </a:extLst>
          </p:cNvPr>
          <p:cNvSpPr/>
          <p:nvPr/>
        </p:nvSpPr>
        <p:spPr>
          <a:xfrm>
            <a:off x="2776263" y="6939234"/>
            <a:ext cx="4019117" cy="396840"/>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200" b="1" dirty="0">
                <a:solidFill>
                  <a:schemeClr val="accent4"/>
                </a:solidFill>
              </a:rPr>
              <a:t>Ground Rules</a:t>
            </a:r>
            <a:endParaRPr sz="3200" b="1" dirty="0">
              <a:solidFill>
                <a:schemeClr val="accent4"/>
              </a:solidFill>
            </a:endParaRPr>
          </a:p>
        </p:txBody>
      </p:sp>
      <p:sp>
        <p:nvSpPr>
          <p:cNvPr id="13" name="Service Two">
            <a:extLst>
              <a:ext uri="{FF2B5EF4-FFF2-40B4-BE49-F238E27FC236}">
                <a16:creationId xmlns:a16="http://schemas.microsoft.com/office/drawing/2014/main" id="{0967EC1D-8EB8-425E-926F-7EE6E8E4F3AB}"/>
              </a:ext>
            </a:extLst>
          </p:cNvPr>
          <p:cNvSpPr/>
          <p:nvPr/>
        </p:nvSpPr>
        <p:spPr>
          <a:xfrm>
            <a:off x="7924844" y="6939234"/>
            <a:ext cx="3803782" cy="396840"/>
          </a:xfrm>
          <a:prstGeom prst="rect">
            <a:avLst/>
          </a:prstGeom>
          <a:ln w="12700">
            <a:miter lim="400000"/>
          </a:ln>
          <a:extLst>
            <a:ext uri="{C572A759-6A51-4108-AA02-DFA0A04FC94B}">
              <ma14:wrappingTextBoxFlag xmlns="" xmlns:ma14="http://schemas.microsoft.com/office/mac/drawingml/2011/main" val="1"/>
            </a:ext>
          </a:extLst>
        </p:spPr>
        <p:txBody>
          <a:bodyPr wrap="square" lIns="0" tIns="0" rIns="0" bIns="0" anchor="ctr">
            <a:spAutoFit/>
          </a:bodyPr>
          <a:lstStyle>
            <a:lvl1pPr algn="l" defTabSz="1155700">
              <a:lnSpc>
                <a:spcPct val="80000"/>
              </a:lnSpc>
              <a:defRPr sz="3000">
                <a:solidFill>
                  <a:srgbClr val="FFBF77"/>
                </a:solidFill>
                <a:latin typeface="Montserrat Bold"/>
                <a:ea typeface="Montserrat Bold"/>
                <a:cs typeface="Montserrat Bold"/>
                <a:sym typeface="Montserrat Bold"/>
              </a:defRPr>
            </a:lvl1pPr>
          </a:lstStyle>
          <a:p>
            <a:r>
              <a:rPr lang="en-US" sz="3200" b="1" dirty="0">
                <a:solidFill>
                  <a:schemeClr val="accent2"/>
                </a:solidFill>
              </a:rPr>
              <a:t>Issues</a:t>
            </a:r>
            <a:endParaRPr sz="3200" b="1" dirty="0">
              <a:solidFill>
                <a:schemeClr val="accent2"/>
              </a:solidFill>
            </a:endParaRPr>
          </a:p>
        </p:txBody>
      </p:sp>
      <p:sp>
        <p:nvSpPr>
          <p:cNvPr id="14" name="Lorem ipsum dolor sit amet, consectetuer adipiscing elit. Aenean commodo ligula eget dolor. Aenean massa.">
            <a:extLst>
              <a:ext uri="{FF2B5EF4-FFF2-40B4-BE49-F238E27FC236}">
                <a16:creationId xmlns:a16="http://schemas.microsoft.com/office/drawing/2014/main" id="{2ED93597-E896-4470-BF88-98907D077A90}"/>
              </a:ext>
            </a:extLst>
          </p:cNvPr>
          <p:cNvSpPr/>
          <p:nvPr/>
        </p:nvSpPr>
        <p:spPr>
          <a:xfrm>
            <a:off x="2792325" y="7608475"/>
            <a:ext cx="3621352" cy="3071330"/>
          </a:xfrm>
          <a:prstGeom prst="rect">
            <a:avLst/>
          </a:prstGeom>
          <a:ln w="12700"/>
          <a:extLst>
            <a:ext uri="{C572A759-6A51-4108-AA02-DFA0A04FC94B}">
              <ma14:wrappingTextBoxFlag xmlns="" xmlns:ma14="http://schemas.microsoft.com/office/mac/drawingml/2011/main"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pPr>
            <a:r>
              <a:rPr lang="en-US" sz="2800" dirty="0">
                <a:latin typeface="Montserrat Bold"/>
              </a:rPr>
              <a:t>How to lay out the ground rules for a penetration test engagement. </a:t>
            </a:r>
          </a:p>
        </p:txBody>
      </p:sp>
      <p:sp>
        <p:nvSpPr>
          <p:cNvPr id="15" name="Lorem ipsum dolor sit amet, consectetuer adipiscing elit. Aenean commodo ligula eget dolor. Aenean massa.">
            <a:extLst>
              <a:ext uri="{FF2B5EF4-FFF2-40B4-BE49-F238E27FC236}">
                <a16:creationId xmlns:a16="http://schemas.microsoft.com/office/drawing/2014/main" id="{BC7370B1-2933-4C4D-ADC2-86F6C49DC7D6}"/>
              </a:ext>
            </a:extLst>
          </p:cNvPr>
          <p:cNvSpPr/>
          <p:nvPr/>
        </p:nvSpPr>
        <p:spPr>
          <a:xfrm>
            <a:off x="7924844" y="7613315"/>
            <a:ext cx="4014583" cy="3071331"/>
          </a:xfrm>
          <a:prstGeom prst="rect">
            <a:avLst/>
          </a:prstGeom>
          <a:ln w="12700"/>
          <a:extLst>
            <a:ext uri="{C572A759-6A51-4108-AA02-DFA0A04FC94B}">
              <ma14:wrappingTextBoxFlag xmlns="" xmlns:ma14="http://schemas.microsoft.com/office/mac/drawingml/2011/main" val="1"/>
            </a:ext>
          </a:extLst>
        </p:spPr>
        <p:txBody>
          <a:bodyPr lIns="0" tIns="0" rIns="0" bIns="0"/>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lvl="0">
              <a:lnSpc>
                <a:spcPct val="100000"/>
              </a:lnSpc>
              <a:spcBef>
                <a:spcPts val="4200"/>
              </a:spcBef>
              <a:buClr>
                <a:srgbClr val="606060"/>
              </a:buClr>
              <a:buSzPts val="1380"/>
            </a:pPr>
            <a:r>
              <a:rPr lang="en-US" sz="2800" dirty="0">
                <a:solidFill>
                  <a:schemeClr val="tx1"/>
                </a:solidFill>
                <a:latin typeface="Montserrat Bold"/>
              </a:rPr>
              <a:t>Issues that must be addressed by your ground rules.</a:t>
            </a:r>
          </a:p>
        </p:txBody>
      </p:sp>
      <p:sp>
        <p:nvSpPr>
          <p:cNvPr id="16" name="01">
            <a:extLst>
              <a:ext uri="{FF2B5EF4-FFF2-40B4-BE49-F238E27FC236}">
                <a16:creationId xmlns:a16="http://schemas.microsoft.com/office/drawing/2014/main" id="{7A35DE6A-2DFE-428C-BFE3-0050DD93345A}"/>
              </a:ext>
            </a:extLst>
          </p:cNvPr>
          <p:cNvSpPr/>
          <p:nvPr/>
        </p:nvSpPr>
        <p:spPr>
          <a:xfrm>
            <a:off x="2776263" y="4268169"/>
            <a:ext cx="2023784" cy="1538883"/>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spAutoFit/>
          </a:bodyP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0000" b="1" dirty="0">
                <a:solidFill>
                  <a:schemeClr val="tx2"/>
                </a:solidFill>
              </a:rPr>
              <a:t>01</a:t>
            </a:r>
          </a:p>
        </p:txBody>
      </p:sp>
      <p:sp>
        <p:nvSpPr>
          <p:cNvPr id="17" name="02">
            <a:extLst>
              <a:ext uri="{FF2B5EF4-FFF2-40B4-BE49-F238E27FC236}">
                <a16:creationId xmlns:a16="http://schemas.microsoft.com/office/drawing/2014/main" id="{86C24BDA-5ED5-40D3-A8D3-D2968AD820CA}"/>
              </a:ext>
            </a:extLst>
          </p:cNvPr>
          <p:cNvSpPr/>
          <p:nvPr/>
        </p:nvSpPr>
        <p:spPr>
          <a:xfrm>
            <a:off x="7899394" y="4268169"/>
            <a:ext cx="2435601" cy="1389681"/>
          </a:xfrm>
          <a:prstGeom prst="rect">
            <a:avLst/>
          </a:prstGeom>
          <a:ln w="12700">
            <a:miter lim="400000"/>
          </a:ln>
          <a:extLst>
            <a:ext uri="{C572A759-6A51-4108-AA02-DFA0A04FC94B}">
              <ma14:wrappingTextBoxFlag xmlns="" xmlns:ma14="http://schemas.microsoft.com/office/mac/drawingml/2011/main" val="1"/>
            </a:ext>
          </a:extLst>
        </p:spPr>
        <p:txBody>
          <a:bodyPr lIns="0" tIns="0" rIns="0" bIns="0" anchor="ctr"/>
          <a:lstStyle>
            <a:lvl1pPr algn="l" defTabSz="1155700">
              <a:lnSpc>
                <a:spcPct val="80000"/>
              </a:lnSpc>
              <a:defRPr sz="14400">
                <a:solidFill>
                  <a:srgbClr val="FFFFFF"/>
                </a:solidFill>
                <a:latin typeface="Montserrat Bold"/>
                <a:ea typeface="Montserrat Bold"/>
                <a:cs typeface="Montserrat Bold"/>
                <a:sym typeface="Montserrat Bold"/>
              </a:defRPr>
            </a:lvl1pPr>
          </a:lstStyle>
          <a:p>
            <a:pPr>
              <a:lnSpc>
                <a:spcPct val="100000"/>
              </a:lnSpc>
            </a:pPr>
            <a:r>
              <a:rPr sz="10000" b="1" dirty="0">
                <a:solidFill>
                  <a:schemeClr val="tx2"/>
                </a:solidFill>
              </a:rPr>
              <a:t>02</a:t>
            </a:r>
          </a:p>
        </p:txBody>
      </p:sp>
      <p:sp>
        <p:nvSpPr>
          <p:cNvPr id="18" name="Rectangle">
            <a:extLst>
              <a:ext uri="{FF2B5EF4-FFF2-40B4-BE49-F238E27FC236}">
                <a16:creationId xmlns:a16="http://schemas.microsoft.com/office/drawing/2014/main" id="{02220E61-6A88-4EA2-8666-CC7D4048F684}"/>
              </a:ext>
            </a:extLst>
          </p:cNvPr>
          <p:cNvSpPr/>
          <p:nvPr/>
        </p:nvSpPr>
        <p:spPr>
          <a:xfrm>
            <a:off x="7076371" y="3943038"/>
            <a:ext cx="4996020" cy="7525062"/>
          </a:xfrm>
          <a:prstGeom prst="roundRect">
            <a:avLst>
              <a:gd name="adj" fmla="val 0"/>
            </a:avLst>
          </a:prstGeom>
          <a:ln w="50800">
            <a:solidFill>
              <a:schemeClr val="accent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19" name="Rectangle">
            <a:extLst>
              <a:ext uri="{FF2B5EF4-FFF2-40B4-BE49-F238E27FC236}">
                <a16:creationId xmlns:a16="http://schemas.microsoft.com/office/drawing/2014/main" id="{33208BC4-F786-4EB5-ABB6-C6A0F48DC957}"/>
              </a:ext>
            </a:extLst>
          </p:cNvPr>
          <p:cNvSpPr/>
          <p:nvPr/>
        </p:nvSpPr>
        <p:spPr>
          <a:xfrm>
            <a:off x="1810887" y="3943038"/>
            <a:ext cx="4996020" cy="7525062"/>
          </a:xfrm>
          <a:prstGeom prst="roundRect">
            <a:avLst>
              <a:gd name="adj" fmla="val 0"/>
            </a:avLst>
          </a:prstGeom>
          <a:ln w="50800">
            <a:solidFill>
              <a:schemeClr val="accent4"/>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Tree>
    <p:custDataLst>
      <p:tags r:id="rId1"/>
    </p:custDataLst>
    <p:extLst>
      <p:ext uri="{BB962C8B-B14F-4D97-AF65-F5344CB8AC3E}">
        <p14:creationId xmlns:p14="http://schemas.microsoft.com/office/powerpoint/2010/main" val="193690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P spid="16" grpId="0" animBg="1"/>
      <p:bldP spid="17" grpId="0" animBg="1"/>
      <p:bldP spid="18" grpId="0" animBg="1"/>
      <p:bldP spid="1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pportunities don't happen.  You create them"/>
          <p:cNvSpPr/>
          <p:nvPr/>
        </p:nvSpPr>
        <p:spPr>
          <a:xfrm>
            <a:off x="1105487" y="3461857"/>
            <a:ext cx="10282089" cy="148098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Regular"/>
                <a:ea typeface="Montserrat Regular"/>
                <a:cs typeface="Montserrat Regular"/>
                <a:sym typeface="Montserrat Regular"/>
              </a:defRPr>
            </a:pPr>
            <a:r>
              <a:rPr lang="en-US" sz="4000" dirty="0">
                <a:solidFill>
                  <a:schemeClr val="tx2"/>
                </a:solidFill>
                <a:latin typeface="Montserrat" panose="02000505000000020004" pitchFamily="2" charset="0"/>
              </a:rPr>
              <a:t>It is absolutely critical that when carrying out a penetration test, you test the correct machines. (Stories abound!) </a:t>
            </a:r>
          </a:p>
        </p:txBody>
      </p:sp>
      <p:sp>
        <p:nvSpPr>
          <p:cNvPr id="46" name="About Crypto coin"/>
          <p:cNvSpPr>
            <a:spLocks noGrp="1"/>
          </p:cNvSpPr>
          <p:nvPr>
            <p:ph type="title" idx="4294967295"/>
          </p:nvPr>
        </p:nvSpPr>
        <p:spPr>
          <a:xfrm>
            <a:off x="4432608" y="523245"/>
            <a:ext cx="15506701" cy="1779333"/>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Verifying IP Address Ranges</a:t>
            </a:r>
          </a:p>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 and Third-Party Providers</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098550" y="5961302"/>
            <a:ext cx="10560050" cy="6924973"/>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Companies may want to give you a single domain name and ask you to hack in just like the bad guys do. (Kevin Johnson: “Does that mean I get to sell all the information I find, just like the bad guys do?”) </a:t>
            </a:r>
          </a:p>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Third Parties are everywhere! You need their permission as well: </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Cloud service</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ISP</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Web Hosting</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Managed Security Service Providers (MSSPs) </a:t>
            </a:r>
          </a:p>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Know what countries these machines are in and know their laws.</a:t>
            </a:r>
          </a:p>
        </p:txBody>
      </p:sp>
      <p:sp>
        <p:nvSpPr>
          <p:cNvPr id="48" name="Circle"/>
          <p:cNvSpPr/>
          <p:nvPr/>
        </p:nvSpPr>
        <p:spPr>
          <a:xfrm>
            <a:off x="2066871" y="5337146"/>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746758" y="5337146"/>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426644" y="5337146"/>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105487" y="5337146"/>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pportunities don't happen.  You create them"/>
          <p:cNvSpPr/>
          <p:nvPr/>
        </p:nvSpPr>
        <p:spPr>
          <a:xfrm>
            <a:off x="1112424" y="4162249"/>
            <a:ext cx="10282089" cy="1480983"/>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Regular"/>
                <a:ea typeface="Montserrat Regular"/>
                <a:cs typeface="Montserrat Regular"/>
                <a:sym typeface="Montserrat Regular"/>
              </a:defRPr>
            </a:pPr>
            <a:r>
              <a:rPr lang="en-US" sz="4000" dirty="0">
                <a:solidFill>
                  <a:schemeClr val="tx2"/>
                </a:solidFill>
                <a:latin typeface="Montserrat" panose="02000505000000020004" pitchFamily="2" charset="0"/>
              </a:rPr>
              <a:t>Companies may be sensitive about what ways of fooling their employees are appropriate. </a:t>
            </a:r>
          </a:p>
        </p:txBody>
      </p:sp>
      <p:sp>
        <p:nvSpPr>
          <p:cNvPr id="46" name="About Crypto coin"/>
          <p:cNvSpPr>
            <a:spLocks noGrp="1"/>
          </p:cNvSpPr>
          <p:nvPr>
            <p:ph type="title" idx="4294967295"/>
          </p:nvPr>
        </p:nvSpPr>
        <p:spPr>
          <a:xfrm>
            <a:off x="4432608" y="829725"/>
            <a:ext cx="15506701"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Social Engineering Pretexts</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105487" y="6661694"/>
            <a:ext cx="10560050" cy="4616648"/>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Explain current popular phishing exploits. </a:t>
            </a:r>
          </a:p>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Some pretexts may use sensitive content (such offers targeting salacious desires or illegal activities, or even announcements concerning sensitive workplace issues) that companies do not want to deliver to their employees. </a:t>
            </a:r>
          </a:p>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Make sure that any pretexts to be used in phishing are approved by your customer. In particular, get specific approval of every phishing message to be sent.</a:t>
            </a:r>
          </a:p>
        </p:txBody>
      </p:sp>
      <p:sp>
        <p:nvSpPr>
          <p:cNvPr id="48" name="Circle"/>
          <p:cNvSpPr/>
          <p:nvPr/>
        </p:nvSpPr>
        <p:spPr>
          <a:xfrm>
            <a:off x="2073808" y="6037538"/>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753695" y="6037538"/>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433581" y="6037538"/>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112424" y="6037538"/>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grpSp>
        <p:nvGrpSpPr>
          <p:cNvPr id="4" name="Group 3">
            <a:extLst>
              <a:ext uri="{FF2B5EF4-FFF2-40B4-BE49-F238E27FC236}">
                <a16:creationId xmlns:a16="http://schemas.microsoft.com/office/drawing/2014/main" id="{B991A90D-F49D-41C2-8C96-9F62854479B3}"/>
              </a:ext>
              <a:ext uri="{C183D7F6-B498-43B3-948B-1728B52AA6E4}">
                <adec:decorative xmlns:adec="http://schemas.microsoft.com/office/drawing/2017/decorative" val="1"/>
              </a:ext>
            </a:extLst>
          </p:cNvPr>
          <p:cNvGrpSpPr/>
          <p:nvPr/>
        </p:nvGrpSpPr>
        <p:grpSpPr>
          <a:xfrm>
            <a:off x="12996424" y="4162249"/>
            <a:ext cx="10282089" cy="7009289"/>
            <a:chOff x="12718465" y="4162249"/>
            <a:chExt cx="10282089" cy="7009289"/>
          </a:xfrm>
        </p:grpSpPr>
        <p:pic>
          <p:nvPicPr>
            <p:cNvPr id="3" name="Picture 2" descr="A close up of a logo&#10;&#10;Description automatically generated">
              <a:extLst>
                <a:ext uri="{FF2B5EF4-FFF2-40B4-BE49-F238E27FC236}">
                  <a16:creationId xmlns:a16="http://schemas.microsoft.com/office/drawing/2014/main" id="{A2C489AF-6879-4BF7-9CE1-3A4041FEB8A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2979241" y="4413381"/>
              <a:ext cx="9760537" cy="6507025"/>
            </a:xfrm>
            <a:prstGeom prst="rect">
              <a:avLst/>
            </a:prstGeom>
          </p:spPr>
        </p:pic>
        <p:sp>
          <p:nvSpPr>
            <p:cNvPr id="11" name="Rectangle">
              <a:extLst>
                <a:ext uri="{FF2B5EF4-FFF2-40B4-BE49-F238E27FC236}">
                  <a16:creationId xmlns:a16="http://schemas.microsoft.com/office/drawing/2014/main" id="{1F707426-65E5-48D2-A9D2-7B82F3FF6E8A}"/>
                </a:ext>
              </a:extLst>
            </p:cNvPr>
            <p:cNvSpPr/>
            <p:nvPr/>
          </p:nvSpPr>
          <p:spPr>
            <a:xfrm>
              <a:off x="12718465" y="4162249"/>
              <a:ext cx="10282089" cy="7009289"/>
            </a:xfrm>
            <a:prstGeom prst="roundRect">
              <a:avLst>
                <a:gd name="adj" fmla="val 0"/>
              </a:avLst>
            </a:prstGeom>
            <a:ln w="50800">
              <a:solidFill>
                <a:schemeClr val="accent2"/>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grpSp>
    </p:spTree>
    <p:custDataLst>
      <p:tags r:id="rId1"/>
    </p:custDataLst>
    <p:extLst>
      <p:ext uri="{BB962C8B-B14F-4D97-AF65-F5344CB8AC3E}">
        <p14:creationId xmlns:p14="http://schemas.microsoft.com/office/powerpoint/2010/main" val="567719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771729" y="1003664"/>
            <a:ext cx="22840543" cy="818494"/>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66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Communication and Contact Information</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105487" y="4462203"/>
            <a:ext cx="10560050" cy="7155805"/>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Identify how and how often information will be conveyed concerning the state of the penetration test. </a:t>
            </a:r>
          </a:p>
          <a:p>
            <a:pPr>
              <a:lnSpc>
                <a:spcPct val="100000"/>
              </a:lnSpc>
              <a:spcBef>
                <a:spcPts val="1200"/>
              </a:spcBef>
              <a:spcAft>
                <a:spcPts val="600"/>
              </a:spcAft>
            </a:pPr>
            <a:r>
              <a:rPr lang="en-US" dirty="0">
                <a:solidFill>
                  <a:schemeClr val="tx2"/>
                </a:solidFill>
                <a:latin typeface="Montserrat" panose="02000505000000020004" pitchFamily="2" charset="0"/>
                <a:ea typeface="Arial Regular" charset="0"/>
                <a:cs typeface="Arial Regular" charset="0"/>
              </a:rPr>
              <a:t>Provide contact information about everyone involved in the penetration test including emergency contact information. </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Name</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Title</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Emergency contact information (24/7)</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Secure bulk data transfer method (sftp or encrypted email)</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Agree to an incident reporting process</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Share encryption keys. (This is not optional!) </a:t>
            </a:r>
          </a:p>
        </p:txBody>
      </p:sp>
      <p:sp>
        <p:nvSpPr>
          <p:cNvPr id="48" name="Circle"/>
          <p:cNvSpPr/>
          <p:nvPr/>
        </p:nvSpPr>
        <p:spPr>
          <a:xfrm>
            <a:off x="2073808" y="3838047"/>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753695" y="3838047"/>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433581" y="3838047"/>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112424" y="3838047"/>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5206072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Opportunities don't happen.  You create them"/>
          <p:cNvSpPr/>
          <p:nvPr/>
        </p:nvSpPr>
        <p:spPr>
          <a:xfrm>
            <a:off x="1105487" y="5328144"/>
            <a:ext cx="11910122" cy="49609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Regular"/>
                <a:ea typeface="Montserrat Regular"/>
                <a:cs typeface="Montserrat Regular"/>
                <a:sym typeface="Montserrat Regular"/>
              </a:defRPr>
            </a:pPr>
            <a:r>
              <a:rPr lang="en-US" sz="4000" dirty="0">
                <a:solidFill>
                  <a:schemeClr val="tx2"/>
                </a:solidFill>
                <a:latin typeface="Montserrat" panose="02000505000000020004" pitchFamily="2" charset="0"/>
              </a:rPr>
              <a:t>Identify their ability to detect and respond to: </a:t>
            </a:r>
          </a:p>
        </p:txBody>
      </p:sp>
      <p:sp>
        <p:nvSpPr>
          <p:cNvPr id="46" name="About Crypto coin"/>
          <p:cNvSpPr>
            <a:spLocks noGrp="1"/>
          </p:cNvSpPr>
          <p:nvPr>
            <p:ph type="title" idx="4294967295"/>
          </p:nvPr>
        </p:nvSpPr>
        <p:spPr>
          <a:xfrm>
            <a:off x="4432608" y="523245"/>
            <a:ext cx="15506701" cy="1779333"/>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Testing the Customer’s Detection Capabilities</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105487" y="6858000"/>
            <a:ext cx="10560050" cy="3693319"/>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information gathering</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foot printing</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scanning and vulnerability analysis infiltration (attacks)</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data aggregation</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data ex-filtration </a:t>
            </a:r>
          </a:p>
        </p:txBody>
      </p:sp>
      <p:sp>
        <p:nvSpPr>
          <p:cNvPr id="48" name="Circle"/>
          <p:cNvSpPr/>
          <p:nvPr/>
        </p:nvSpPr>
        <p:spPr>
          <a:xfrm>
            <a:off x="2073808" y="6233844"/>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753695" y="6233844"/>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433581" y="6233844"/>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112424" y="6233844"/>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Tree>
    <p:custDataLst>
      <p:tags r:id="rId1"/>
    </p:custDataLst>
    <p:extLst>
      <p:ext uri="{BB962C8B-B14F-4D97-AF65-F5344CB8AC3E}">
        <p14:creationId xmlns:p14="http://schemas.microsoft.com/office/powerpoint/2010/main" val="34372682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4432608" y="966443"/>
            <a:ext cx="15506701" cy="892937"/>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72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Rules of Engagement</a:t>
            </a:r>
          </a:p>
        </p:txBody>
      </p:sp>
      <p:sp>
        <p:nvSpPr>
          <p:cNvPr id="9"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a:extLst>
              <a:ext uri="{FF2B5EF4-FFF2-40B4-BE49-F238E27FC236}">
                <a16:creationId xmlns:a16="http://schemas.microsoft.com/office/drawing/2014/main" id="{A8D4F9C0-885B-48F1-8891-5AF693D10A7A}"/>
              </a:ext>
            </a:extLst>
          </p:cNvPr>
          <p:cNvSpPr/>
          <p:nvPr/>
        </p:nvSpPr>
        <p:spPr>
          <a:xfrm>
            <a:off x="13320768" y="4860112"/>
            <a:ext cx="7658466" cy="5355312"/>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Regular status meetings</a:t>
            </a:r>
          </a:p>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Time of day to test</a:t>
            </a:r>
          </a:p>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Dealing with shunning </a:t>
            </a:r>
          </a:p>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Permission to test (including scope and possible negative outcomes of testing such as system instability, crashes, etc.) </a:t>
            </a:r>
          </a:p>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Legal considerations (wiretapping laws, etc.) </a:t>
            </a:r>
          </a:p>
        </p:txBody>
      </p:sp>
      <p:sp>
        <p:nvSpPr>
          <p:cNvPr id="10" name="Rectangle">
            <a:extLst>
              <a:ext uri="{FF2B5EF4-FFF2-40B4-BE49-F238E27FC236}">
                <a16:creationId xmlns:a16="http://schemas.microsoft.com/office/drawing/2014/main" id="{4225B20D-0F79-4554-A2F3-82254A742D7B}"/>
              </a:ext>
            </a:extLst>
          </p:cNvPr>
          <p:cNvSpPr/>
          <p:nvPr/>
        </p:nvSpPr>
        <p:spPr>
          <a:xfrm>
            <a:off x="12762962" y="4224083"/>
            <a:ext cx="8774078" cy="6627370"/>
          </a:xfrm>
          <a:prstGeom prst="roundRect">
            <a:avLst>
              <a:gd name="adj" fmla="val 0"/>
            </a:avLst>
          </a:prstGeom>
          <a:ln w="50800">
            <a:solidFill>
              <a:schemeClr val="accent1"/>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3241618" y="4975528"/>
            <a:ext cx="7984765" cy="5124480"/>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Timeline for the test.</a:t>
            </a:r>
          </a:p>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Locations (if on-site) </a:t>
            </a:r>
          </a:p>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Method of disclosure of sensitive </a:t>
            </a:r>
            <a:r>
              <a:rPr lang="en-US" sz="3200" dirty="0" err="1">
                <a:solidFill>
                  <a:schemeClr val="tx2"/>
                </a:solidFill>
                <a:latin typeface="Montserrat" panose="02000505000000020004" pitchFamily="2" charset="0"/>
                <a:ea typeface="Arial Regular" charset="0"/>
                <a:cs typeface="Arial Regular" charset="0"/>
              </a:rPr>
              <a:t>information.Data</a:t>
            </a:r>
            <a:r>
              <a:rPr lang="en-US" sz="3200" dirty="0">
                <a:solidFill>
                  <a:schemeClr val="tx2"/>
                </a:solidFill>
                <a:latin typeface="Montserrat" panose="02000505000000020004" pitchFamily="2" charset="0"/>
                <a:ea typeface="Arial Regular" charset="0"/>
                <a:cs typeface="Arial Regular" charset="0"/>
              </a:rPr>
              <a:t> may be protected by HIPAA. Avoid copying personal health information (PHI) and other personally identifiable information (PII). </a:t>
            </a:r>
          </a:p>
          <a:p>
            <a:pPr marL="457200" indent="-457200">
              <a:lnSpc>
                <a:spcPct val="100000"/>
              </a:lnSpc>
              <a:spcBef>
                <a:spcPts val="1200"/>
              </a:spcBef>
              <a:spcAft>
                <a:spcPts val="600"/>
              </a:spcAft>
              <a:buFont typeface="Courier New" panose="02070309020205020404" pitchFamily="49" charset="0"/>
              <a:buChar char="o"/>
            </a:pPr>
            <a:r>
              <a:rPr lang="en-US" sz="3200" dirty="0">
                <a:solidFill>
                  <a:schemeClr val="tx2"/>
                </a:solidFill>
                <a:latin typeface="Montserrat" panose="02000505000000020004" pitchFamily="2" charset="0"/>
                <a:ea typeface="Arial Regular" charset="0"/>
                <a:cs typeface="Arial Regular" charset="0"/>
              </a:rPr>
              <a:t>Evidence handling (use encryption!)</a:t>
            </a:r>
          </a:p>
        </p:txBody>
      </p:sp>
      <p:sp>
        <p:nvSpPr>
          <p:cNvPr id="11" name="Rectangle">
            <a:extLst>
              <a:ext uri="{FF2B5EF4-FFF2-40B4-BE49-F238E27FC236}">
                <a16:creationId xmlns:a16="http://schemas.microsoft.com/office/drawing/2014/main" id="{44DA3B49-4FEE-41C3-9AA1-DF5F48CA21CF}"/>
              </a:ext>
            </a:extLst>
          </p:cNvPr>
          <p:cNvSpPr/>
          <p:nvPr/>
        </p:nvSpPr>
        <p:spPr>
          <a:xfrm>
            <a:off x="2846961" y="4224083"/>
            <a:ext cx="8774078" cy="6627370"/>
          </a:xfrm>
          <a:prstGeom prst="roundRect">
            <a:avLst>
              <a:gd name="adj" fmla="val 0"/>
            </a:avLst>
          </a:prstGeom>
          <a:ln w="50800">
            <a:solidFill>
              <a:schemeClr val="accent1"/>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spTree>
    <p:custDataLst>
      <p:tags r:id="rId1"/>
    </p:custDataLst>
    <p:extLst>
      <p:ext uri="{BB962C8B-B14F-4D97-AF65-F5344CB8AC3E}">
        <p14:creationId xmlns:p14="http://schemas.microsoft.com/office/powerpoint/2010/main" val="41251659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About Crypto coin"/>
          <p:cNvSpPr>
            <a:spLocks noGrp="1"/>
          </p:cNvSpPr>
          <p:nvPr>
            <p:ph type="title" idx="4294967295"/>
          </p:nvPr>
        </p:nvSpPr>
        <p:spPr>
          <a:xfrm>
            <a:off x="771729" y="1040854"/>
            <a:ext cx="22840543" cy="744114"/>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80000"/>
              </a:lnSpc>
              <a:spcBef>
                <a:spcPts val="0"/>
              </a:spcBef>
              <a:spcAft>
                <a:spcPts val="0"/>
              </a:spcAft>
              <a:buClrTx/>
              <a:buSzTx/>
              <a:buFontTx/>
              <a:buNone/>
              <a:tabLst/>
              <a:defRPr/>
            </a:pPr>
            <a:r>
              <a:rPr kumimoji="0" lang="en-US" sz="6000" b="1"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Testing the Customer’s Detection Capabilities </a:t>
            </a:r>
          </a:p>
        </p:txBody>
      </p:sp>
      <p:sp>
        <p:nvSpPr>
          <p:cNvPr id="47" name="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p:cNvSpPr/>
          <p:nvPr/>
        </p:nvSpPr>
        <p:spPr>
          <a:xfrm>
            <a:off x="1326977" y="6621743"/>
            <a:ext cx="8906521" cy="3693319"/>
          </a:xfrm>
          <a:prstGeom prst="rect">
            <a:avLst/>
          </a:prstGeom>
          <a:ln w="12700"/>
          <a:extLst>
            <a:ext uri="{C572A759-6A51-4108-AA02-DFA0A04FC94B}">
              <ma14:wrappingTextBoxFlag xmlns:ma14="http://schemas.microsoft.com/office/mac/drawingml/2011/main" xmlns="" val="1"/>
            </a:ext>
          </a:extLst>
        </p:spPr>
        <p:txBody>
          <a:bodyPr wrap="square" lIns="0" tIns="0" rIns="0" bIns="0">
            <a:spAutoFit/>
          </a:bodyPr>
          <a:lstStyle>
            <a:lvl1pPr algn="l" defTabSz="952500">
              <a:lnSpc>
                <a:spcPct val="130000"/>
              </a:lnSpc>
              <a:buClr>
                <a:srgbClr val="E9F6FA"/>
              </a:buClr>
              <a:buFont typeface="Helvetica Neue UltraLight"/>
              <a:defRPr sz="3000">
                <a:solidFill>
                  <a:srgbClr val="FFFFFF"/>
                </a:solidFill>
                <a:uFill>
                  <a:solidFill>
                    <a:srgbClr val="FFFFFF"/>
                  </a:solidFill>
                </a:uFill>
                <a:latin typeface="Helvetica Neue"/>
                <a:ea typeface="Helvetica Neue"/>
                <a:cs typeface="Helvetica Neue"/>
                <a:sym typeface="Helvetica Neue"/>
              </a:defRPr>
            </a:lvl1pPr>
          </a:lstStyle>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information gathering</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foot printing</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scanning and vulnerability analysis infiltration (attacks)</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data aggregation</a:t>
            </a:r>
          </a:p>
          <a:p>
            <a:pPr marL="457200" indent="-457200">
              <a:lnSpc>
                <a:spcPct val="100000"/>
              </a:lnSpc>
              <a:spcBef>
                <a:spcPts val="1200"/>
              </a:spcBef>
              <a:spcAft>
                <a:spcPts val="600"/>
              </a:spcAft>
              <a:buFont typeface="Courier New" panose="02070309020205020404" pitchFamily="49" charset="0"/>
              <a:buChar char="o"/>
            </a:pPr>
            <a:r>
              <a:rPr lang="en-US" dirty="0">
                <a:solidFill>
                  <a:schemeClr val="tx2"/>
                </a:solidFill>
                <a:latin typeface="Montserrat" panose="02000505000000020004" pitchFamily="2" charset="0"/>
                <a:ea typeface="Arial Regular" charset="0"/>
                <a:cs typeface="Arial Regular" charset="0"/>
              </a:rPr>
              <a:t>data ex-filtration </a:t>
            </a:r>
          </a:p>
        </p:txBody>
      </p:sp>
      <p:sp>
        <p:nvSpPr>
          <p:cNvPr id="48" name="Circle"/>
          <p:cNvSpPr/>
          <p:nvPr/>
        </p:nvSpPr>
        <p:spPr>
          <a:xfrm>
            <a:off x="2295298" y="5997587"/>
            <a:ext cx="214553" cy="214554"/>
          </a:xfrm>
          <a:prstGeom prst="ellipse">
            <a:avLst/>
          </a:prstGeom>
          <a:solidFill>
            <a:schemeClr val="accent2"/>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49" name="Circle"/>
          <p:cNvSpPr/>
          <p:nvPr/>
        </p:nvSpPr>
        <p:spPr>
          <a:xfrm>
            <a:off x="1975185" y="5997587"/>
            <a:ext cx="214554" cy="214554"/>
          </a:xfrm>
          <a:prstGeom prst="ellipse">
            <a:avLst/>
          </a:prstGeom>
          <a:solidFill>
            <a:schemeClr val="accent3"/>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0" name="Circle"/>
          <p:cNvSpPr/>
          <p:nvPr/>
        </p:nvSpPr>
        <p:spPr>
          <a:xfrm>
            <a:off x="1655071" y="5997587"/>
            <a:ext cx="214553" cy="214554"/>
          </a:xfrm>
          <a:prstGeom prst="ellipse">
            <a:avLst/>
          </a:prstGeom>
          <a:solidFill>
            <a:schemeClr val="accent1"/>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51" name="Circle"/>
          <p:cNvSpPr/>
          <p:nvPr/>
        </p:nvSpPr>
        <p:spPr>
          <a:xfrm>
            <a:off x="1333914" y="5997587"/>
            <a:ext cx="214553" cy="214554"/>
          </a:xfrm>
          <a:prstGeom prst="ellipse">
            <a:avLst/>
          </a:prstGeom>
          <a:solidFill>
            <a:schemeClr val="accent4"/>
          </a:solidFill>
          <a:ln w="12700" cap="flat">
            <a:noFill/>
            <a:miter lim="400000"/>
          </a:ln>
          <a:effectLst/>
        </p:spPr>
        <p:txBody>
          <a:bodyPr wrap="square" lIns="50800" tIns="50800" rIns="50800" bIns="50800" numCol="1" anchor="ctr">
            <a:noAutofit/>
          </a:bodyPr>
          <a:lstStyle/>
          <a:p>
            <a:pPr defTabSz="584200">
              <a:defRPr sz="4000">
                <a:solidFill>
                  <a:srgbClr val="FFFFFF"/>
                </a:solidFill>
                <a:effectLst>
                  <a:outerShdw blurRad="38100" dist="12700" dir="5400000" rotWithShape="0">
                    <a:srgbClr val="000000">
                      <a:alpha val="50000"/>
                    </a:srgbClr>
                  </a:outerShdw>
                </a:effectLst>
              </a:defRPr>
            </a:pPr>
            <a:endParaRPr dirty="0">
              <a:latin typeface="Montserrat" panose="02000505000000020004" pitchFamily="2" charset="0"/>
              <a:ea typeface="Arial Regular" charset="0"/>
              <a:cs typeface="Arial Regular" charset="0"/>
            </a:endParaRPr>
          </a:p>
        </p:txBody>
      </p:sp>
      <p:sp>
        <p:nvSpPr>
          <p:cNvPr id="8" name="Opportunities don't happen.  You create them">
            <a:extLst>
              <a:ext uri="{FF2B5EF4-FFF2-40B4-BE49-F238E27FC236}">
                <a16:creationId xmlns:a16="http://schemas.microsoft.com/office/drawing/2014/main" id="{3E3841E0-53B2-44AC-999F-1F910CFCF8AC}"/>
              </a:ext>
            </a:extLst>
          </p:cNvPr>
          <p:cNvSpPr/>
          <p:nvPr/>
        </p:nvSpPr>
        <p:spPr>
          <a:xfrm>
            <a:off x="1333914" y="5035076"/>
            <a:ext cx="10282089" cy="496098"/>
          </a:xfrm>
          <a:prstGeom prst="rect">
            <a:avLst/>
          </a:prstGeom>
          <a:ln w="12700">
            <a:miter lim="400000"/>
          </a:ln>
          <a:extLst>
            <a:ext uri="{C572A759-6A51-4108-AA02-DFA0A04FC94B}">
              <ma14:wrappingTextBoxFlag xmlns:ma14="http://schemas.microsoft.com/office/mac/drawingml/2011/main" xmlns="" val="1"/>
            </a:ext>
          </a:extLst>
        </p:spPr>
        <p:txBody>
          <a:bodyPr wrap="square" lIns="0" tIns="0" rIns="0" bIns="0" anchor="ctr">
            <a:spAutoFit/>
          </a:bodyPr>
          <a:lstStyle/>
          <a:p>
            <a:pPr algn="l" defTabSz="1155700">
              <a:lnSpc>
                <a:spcPct val="80000"/>
              </a:lnSpc>
              <a:defRPr sz="7200">
                <a:solidFill>
                  <a:srgbClr val="FFFFFF"/>
                </a:solidFill>
                <a:latin typeface="Montserrat Regular"/>
                <a:ea typeface="Montserrat Regular"/>
                <a:cs typeface="Montserrat Regular"/>
                <a:sym typeface="Montserrat Regular"/>
              </a:defRPr>
            </a:pPr>
            <a:r>
              <a:rPr lang="en-US" sz="4000" dirty="0">
                <a:solidFill>
                  <a:schemeClr val="tx2"/>
                </a:solidFill>
                <a:latin typeface="Montserrat" panose="02000505000000020004" pitchFamily="2" charset="0"/>
              </a:rPr>
              <a:t>Ability to detect and respond to </a:t>
            </a:r>
          </a:p>
        </p:txBody>
      </p:sp>
    </p:spTree>
    <p:custDataLst>
      <p:tags r:id="rId1"/>
    </p:custDataLst>
    <p:extLst>
      <p:ext uri="{BB962C8B-B14F-4D97-AF65-F5344CB8AC3E}">
        <p14:creationId xmlns:p14="http://schemas.microsoft.com/office/powerpoint/2010/main" val="34508290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quare">
            <a:extLst>
              <a:ext uri="{FF2B5EF4-FFF2-40B4-BE49-F238E27FC236}">
                <a16:creationId xmlns:a16="http://schemas.microsoft.com/office/drawing/2014/main" id="{5AD6DAAB-B514-4311-A5B3-4DC52DED0DEA}"/>
              </a:ext>
            </a:extLst>
          </p:cNvPr>
          <p:cNvSpPr/>
          <p:nvPr/>
        </p:nvSpPr>
        <p:spPr>
          <a:xfrm rot="2700000">
            <a:off x="3530599" y="4406899"/>
            <a:ext cx="6172201" cy="6172201"/>
          </a:xfrm>
          <a:prstGeom prst="rect">
            <a:avLst/>
          </a:prstGeom>
          <a:ln w="50800">
            <a:solidFill>
              <a:schemeClr val="accent3"/>
            </a:solidFill>
            <a:miter lim="400000"/>
          </a:ln>
        </p:spPr>
        <p:txBody>
          <a:bodyPr lIns="50800" tIns="50800" rIns="50800" bIns="50800" anchor="ctr"/>
          <a:lstStyle/>
          <a:p>
            <a:pPr defTabSz="584200">
              <a:defRPr sz="4000">
                <a:solidFill>
                  <a:srgbClr val="FFFFFF"/>
                </a:solidFill>
                <a:effectLst>
                  <a:outerShdw blurRad="38100" dist="12700" dir="5400000" rotWithShape="0">
                    <a:srgbClr val="000000">
                      <a:alpha val="50000"/>
                    </a:srgbClr>
                  </a:outerShdw>
                </a:effectLst>
              </a:defRPr>
            </a:pPr>
            <a:endParaRPr dirty="0">
              <a:latin typeface="Calibri Regular"/>
              <a:ea typeface="Arial Regular" charset="0"/>
              <a:cs typeface="Arial Regular" charset="0"/>
            </a:endParaRPr>
          </a:p>
        </p:txBody>
      </p:sp>
      <p:pic>
        <p:nvPicPr>
          <p:cNvPr id="4" name="Picture 3">
            <a:extLst>
              <a:ext uri="{FF2B5EF4-FFF2-40B4-BE49-F238E27FC236}">
                <a16:creationId xmlns:a16="http://schemas.microsoft.com/office/drawing/2014/main" id="{463212D0-38DE-45E0-8D5F-48D2C07DE193}"/>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3205691" y="4307764"/>
            <a:ext cx="6822015" cy="6370469"/>
          </a:xfrm>
          <a:prstGeom prst="rect">
            <a:avLst/>
          </a:prstGeom>
          <a:ln w="28575">
            <a:solidFill>
              <a:schemeClr val="accent2"/>
            </a:solidFill>
          </a:ln>
        </p:spPr>
      </p:pic>
      <p:sp>
        <p:nvSpPr>
          <p:cNvPr id="5" name="our roadmap">
            <a:extLst>
              <a:ext uri="{FF2B5EF4-FFF2-40B4-BE49-F238E27FC236}">
                <a16:creationId xmlns:a16="http://schemas.microsoft.com/office/drawing/2014/main" id="{6C62C9F7-5CA7-4FE3-9737-FE7892C53B19}"/>
              </a:ext>
            </a:extLst>
          </p:cNvPr>
          <p:cNvSpPr>
            <a:spLocks noGrp="1"/>
          </p:cNvSpPr>
          <p:nvPr>
            <p:ph type="title" idx="4294967295"/>
          </p:nvPr>
        </p:nvSpPr>
        <p:spPr>
          <a:xfrm>
            <a:off x="0" y="420985"/>
            <a:ext cx="24384000" cy="923330"/>
          </a:xfrm>
          <a:prstGeom prst="rect">
            <a:avLst/>
          </a:prstGeom>
          <a:noFill/>
          <a:ln w="12700">
            <a:noFill/>
            <a:prstDash/>
            <a:miter lim="400000"/>
          </a:ln>
          <a:effectLst/>
          <a:extLst>
            <a:ext uri="{C572A759-6A51-4108-AA02-DFA0A04FC94B}">
              <ma14:wrappingTextBoxFlag xmlns:ma14="http://schemas.microsoft.com/office/mac/drawingml/2011/main" xmlns="" val="1"/>
            </a:ext>
          </a:extLst>
        </p:spPr>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lvl1pPr defTabSz="1155700">
              <a:lnSpc>
                <a:spcPct val="80000"/>
              </a:lnSpc>
              <a:defRPr sz="7200" cap="all">
                <a:solidFill>
                  <a:srgbClr val="FFFFFF"/>
                </a:solidFill>
                <a:latin typeface="Montserrat Bold"/>
                <a:ea typeface="Montserrat Bold"/>
                <a:cs typeface="Montserrat Bold"/>
                <a:sym typeface="Montserrat Bold"/>
              </a:defRPr>
            </a:lvl1pPr>
          </a:lstStyle>
          <a:p>
            <a:pPr marL="0" marR="0" lvl="0" indent="0" algn="ctr" defTabSz="1155700" rtl="0" eaLnBrk="1" fontAlgn="auto" latinLnBrk="0" hangingPunct="0">
              <a:lnSpc>
                <a:spcPct val="100000"/>
              </a:lnSpc>
              <a:spcBef>
                <a:spcPts val="0"/>
              </a:spcBef>
              <a:spcAft>
                <a:spcPts val="0"/>
              </a:spcAft>
              <a:buClrTx/>
              <a:buSzTx/>
              <a:buFontTx/>
              <a:buNone/>
              <a:tabLst/>
              <a:defRPr/>
            </a:pPr>
            <a:r>
              <a:rPr kumimoji="0" lang="en-US" sz="6000" b="0" i="0" u="none" strike="noStrike" kern="0" cap="all" spc="0" normalizeH="0" baseline="0" noProof="0" dirty="0">
                <a:ln>
                  <a:noFill/>
                </a:ln>
                <a:solidFill>
                  <a:schemeClr val="tx2"/>
                </a:solidFill>
                <a:effectLst/>
                <a:uLnTx/>
                <a:uFillTx/>
                <a:latin typeface="Montserrat" panose="02000505000000020004" pitchFamily="2" charset="0"/>
                <a:ea typeface="Montserrat Bold"/>
                <a:cs typeface="Montserrat Bold"/>
                <a:sym typeface="Montserrat Bold"/>
              </a:rPr>
              <a:t>Closing Thoughts</a:t>
            </a:r>
          </a:p>
        </p:txBody>
      </p:sp>
    </p:spTree>
    <p:custDataLst>
      <p:tags r:id="rId1"/>
    </p:custDataLst>
    <p:extLst>
      <p:ext uri="{BB962C8B-B14F-4D97-AF65-F5344CB8AC3E}">
        <p14:creationId xmlns:p14="http://schemas.microsoft.com/office/powerpoint/2010/main" val="3250027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DESIGN_ID_NEW_TEMPLATE8" val="mnuXPSam"/>
  <p:tag name="ARTICULATE_SLIDE_COUNT" val="9"/>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New_Template8">
  <a:themeElements>
    <a:clrScheme name="Custom 5">
      <a:dk1>
        <a:srgbClr val="0D0D23"/>
      </a:dk1>
      <a:lt1>
        <a:srgbClr val="FFFFFF"/>
      </a:lt1>
      <a:dk2>
        <a:srgbClr val="0D0D23"/>
      </a:dk2>
      <a:lt2>
        <a:srgbClr val="FFFFFF"/>
      </a:lt2>
      <a:accent1>
        <a:srgbClr val="285FAC"/>
      </a:accent1>
      <a:accent2>
        <a:srgbClr val="69E3F7"/>
      </a:accent2>
      <a:accent3>
        <a:srgbClr val="F75137"/>
      </a:accent3>
      <a:accent4>
        <a:srgbClr val="37EDB9"/>
      </a:accent4>
      <a:accent5>
        <a:srgbClr val="F92471"/>
      </a:accent5>
      <a:accent6>
        <a:srgbClr val="9966CC"/>
      </a:accent6>
      <a:hlink>
        <a:srgbClr val="69E3F7"/>
      </a:hlink>
      <a:folHlink>
        <a:srgbClr val="F92471"/>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CIS4204_ppt_template" id="{8A0FDE21-5E3A-1C42-8E42-F4EF10B2D54E}" vid="{E061921F-9E2A-484F-81D1-DDD2BAE36C14}"/>
    </a:ext>
  </a:extLst>
</a:theme>
</file>

<file path=ppt/theme/theme2.xml><?xml version="1.0" encoding="utf-8"?>
<a:theme xmlns:a="http://schemas.openxmlformats.org/drawingml/2006/main" name="New_Template8">
  <a:themeElements>
    <a:clrScheme name="New_Template8">
      <a:dk1>
        <a:srgbClr val="000000"/>
      </a:dk1>
      <a:lt1>
        <a:srgbClr val="FFFFFF"/>
      </a:lt1>
      <a:dk2>
        <a:srgbClr val="5B5854"/>
      </a:dk2>
      <a:lt2>
        <a:srgbClr val="C9C3BA"/>
      </a:lt2>
      <a:accent1>
        <a:srgbClr val="708CA5"/>
      </a:accent1>
      <a:accent2>
        <a:srgbClr val="80A7A7"/>
      </a:accent2>
      <a:accent3>
        <a:srgbClr val="98A66D"/>
      </a:accent3>
      <a:accent4>
        <a:srgbClr val="CF9E5B"/>
      </a:accent4>
      <a:accent5>
        <a:srgbClr val="C87C6D"/>
      </a:accent5>
      <a:accent6>
        <a:srgbClr val="837B9A"/>
      </a:accent6>
      <a:hlink>
        <a:srgbClr val="0000FF"/>
      </a:hlink>
      <a:folHlink>
        <a:srgbClr val="FF00FF"/>
      </a:folHlink>
    </a:clrScheme>
    <a:fontScheme name="New_Template8">
      <a:majorFont>
        <a:latin typeface="Futura"/>
        <a:ea typeface="Futura"/>
        <a:cs typeface="Futura"/>
      </a:majorFont>
      <a:minorFont>
        <a:latin typeface="Futura"/>
        <a:ea typeface="Futura"/>
        <a:cs typeface="Futura"/>
      </a:minorFont>
    </a:fontScheme>
    <a:fmtScheme name="New_Template8">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5">
              <a:alpha val="75000"/>
            </a:schemeClr>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t">
        <a:spAutoFit/>
      </a:bodyPr>
      <a:lstStyle>
        <a:defPPr marL="0" marR="0" indent="0" algn="ctr" defTabSz="825500" rtl="0" fontAlgn="auto" latinLnBrk="0" hangingPunct="0">
          <a:lnSpc>
            <a:spcPct val="100000"/>
          </a:lnSpc>
          <a:spcBef>
            <a:spcPts val="0"/>
          </a:spcBef>
          <a:spcAft>
            <a:spcPts val="0"/>
          </a:spcAft>
          <a:buClrTx/>
          <a:buSzTx/>
          <a:buFontTx/>
          <a:buNone/>
          <a:tabLst/>
          <a:defRPr kumimoji="0" sz="5600" b="0" i="0" u="none" strike="noStrike" cap="none" spc="0" normalizeH="0" baseline="0">
            <a:ln>
              <a:noFill/>
            </a:ln>
            <a:solidFill>
              <a:srgbClr val="000000"/>
            </a:solidFill>
            <a:effectLst/>
            <a:uFillTx/>
            <a:latin typeface="Helvetica Neue UltraLight"/>
            <a:ea typeface="Helvetica Neue UltraLight"/>
            <a:cs typeface="Helvetica Neue UltraLight"/>
            <a:sym typeface="Helvetica Neue Ultra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CIS4204_ppt_template</Template>
  <TotalTime>305</TotalTime>
  <Words>480</Words>
  <Application>Microsoft Office PowerPoint</Application>
  <PresentationFormat>Custom</PresentationFormat>
  <Paragraphs>66</Paragraphs>
  <Slides>9</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 Regular</vt:lpstr>
      <vt:lpstr>Calibri Bold</vt:lpstr>
      <vt:lpstr>Calibri Regular</vt:lpstr>
      <vt:lpstr>Courier New</vt:lpstr>
      <vt:lpstr>Helvetica Neue UltraLight</vt:lpstr>
      <vt:lpstr>Montserrat</vt:lpstr>
      <vt:lpstr>Montserrat Bold</vt:lpstr>
      <vt:lpstr>Montserrat ExtraBold</vt:lpstr>
      <vt:lpstr>New_Template8</vt:lpstr>
      <vt:lpstr>GROUND RULES FOR AN ENGAGEMENT </vt:lpstr>
      <vt:lpstr>In this video you will discover:</vt:lpstr>
      <vt:lpstr>Verifying IP Address Ranges  and Third-Party Providers</vt:lpstr>
      <vt:lpstr>Social Engineering Pretexts</vt:lpstr>
      <vt:lpstr>Communication and Contact Information</vt:lpstr>
      <vt:lpstr>Testing the Customer’s Detection Capabilities</vt:lpstr>
      <vt:lpstr>Rules of Engagement</vt:lpstr>
      <vt:lpstr>Testing the Customer’s Detection Capabilities </vt:lpstr>
      <vt:lpstr>Closing Thoughts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Goughnour,Kellie</dc:creator>
  <cp:lastModifiedBy>Goughnour,Kellie</cp:lastModifiedBy>
  <cp:revision>36</cp:revision>
  <dcterms:created xsi:type="dcterms:W3CDTF">2020-01-30T19:33:22Z</dcterms:created>
  <dcterms:modified xsi:type="dcterms:W3CDTF">2020-06-29T22:41:07Z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5731C0A1-65C2-4E7F-9DD3-455A77E97BBE</vt:lpwstr>
  </property>
  <property fmtid="{D5CDD505-2E9C-101B-9397-08002B2CF9AE}" pid="3" name="ArticulatePath">
    <vt:lpwstr>Presentation2</vt:lpwstr>
  </property>
</Properties>
</file>